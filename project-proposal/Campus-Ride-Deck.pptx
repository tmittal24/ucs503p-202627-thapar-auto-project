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1E376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E376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Campus</a:t>
            </a:r>
            <a:r>
              <a:rPr dirty="0" spc="-25"/>
              <a:t> </a:t>
            </a:r>
            <a:r>
              <a:rPr dirty="0"/>
              <a:t>Ride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Auto-</a:t>
            </a:r>
            <a:r>
              <a:rPr dirty="0" spc="-10"/>
              <a:t>Booking</a:t>
            </a:r>
            <a:r>
              <a:rPr dirty="0" spc="-20"/>
              <a:t> Platform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Thapar</a:t>
            </a:r>
            <a:r>
              <a:rPr dirty="0" spc="-15"/>
              <a:t> </a:t>
            </a:r>
            <a:r>
              <a:rPr dirty="0" spc="-1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1E376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E376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Campus</a:t>
            </a:r>
            <a:r>
              <a:rPr dirty="0" spc="-25"/>
              <a:t> </a:t>
            </a:r>
            <a:r>
              <a:rPr dirty="0"/>
              <a:t>Ride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Auto-</a:t>
            </a:r>
            <a:r>
              <a:rPr dirty="0" spc="-10"/>
              <a:t>Booking</a:t>
            </a:r>
            <a:r>
              <a:rPr dirty="0" spc="-20"/>
              <a:t> Platform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Thapar</a:t>
            </a:r>
            <a:r>
              <a:rPr dirty="0" spc="-15"/>
              <a:t> </a:t>
            </a:r>
            <a:r>
              <a:rPr dirty="0" spc="-1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1E376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Campus</a:t>
            </a:r>
            <a:r>
              <a:rPr dirty="0" spc="-25"/>
              <a:t> </a:t>
            </a:r>
            <a:r>
              <a:rPr dirty="0"/>
              <a:t>Ride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Auto-</a:t>
            </a:r>
            <a:r>
              <a:rPr dirty="0" spc="-10"/>
              <a:t>Booking</a:t>
            </a:r>
            <a:r>
              <a:rPr dirty="0" spc="-20"/>
              <a:t> Platform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Thapar</a:t>
            </a:r>
            <a:r>
              <a:rPr dirty="0" spc="-15"/>
              <a:t> </a:t>
            </a:r>
            <a:r>
              <a:rPr dirty="0" spc="-10"/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1E376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Campus</a:t>
            </a:r>
            <a:r>
              <a:rPr dirty="0" spc="-25"/>
              <a:t> </a:t>
            </a:r>
            <a:r>
              <a:rPr dirty="0"/>
              <a:t>Ride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Auto-</a:t>
            </a:r>
            <a:r>
              <a:rPr dirty="0" spc="-10"/>
              <a:t>Booking</a:t>
            </a:r>
            <a:r>
              <a:rPr dirty="0" spc="-20"/>
              <a:t> Platform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Thapar</a:t>
            </a:r>
            <a:r>
              <a:rPr dirty="0" spc="-15"/>
              <a:t> </a:t>
            </a:r>
            <a:r>
              <a:rPr dirty="0" spc="-10"/>
              <a:t>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Campus</a:t>
            </a:r>
            <a:r>
              <a:rPr dirty="0" spc="-25"/>
              <a:t> </a:t>
            </a:r>
            <a:r>
              <a:rPr dirty="0"/>
              <a:t>Ride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Auto-</a:t>
            </a:r>
            <a:r>
              <a:rPr dirty="0" spc="-10"/>
              <a:t>Booking</a:t>
            </a:r>
            <a:r>
              <a:rPr dirty="0" spc="-20"/>
              <a:t> Platform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Thapar</a:t>
            </a:r>
            <a:r>
              <a:rPr dirty="0" spc="-15"/>
              <a:t> </a:t>
            </a:r>
            <a:r>
              <a:rPr dirty="0" spc="-10"/>
              <a:t>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19684" y="219240"/>
            <a:ext cx="869315" cy="869315"/>
          </a:xfrm>
          <a:custGeom>
            <a:avLst/>
            <a:gdLst/>
            <a:ahLst/>
            <a:cxnLst/>
            <a:rect l="l" t="t" r="r" b="b"/>
            <a:pathLst>
              <a:path w="869315" h="869315">
                <a:moveTo>
                  <a:pt x="128511" y="0"/>
                </a:moveTo>
                <a:lnTo>
                  <a:pt x="79460" y="9874"/>
                </a:lnTo>
                <a:lnTo>
                  <a:pt x="37930" y="37574"/>
                </a:lnTo>
                <a:lnTo>
                  <a:pt x="10080" y="79154"/>
                </a:lnTo>
                <a:lnTo>
                  <a:pt x="355" y="128155"/>
                </a:lnTo>
                <a:lnTo>
                  <a:pt x="0" y="740879"/>
                </a:lnTo>
                <a:lnTo>
                  <a:pt x="1120" y="757572"/>
                </a:lnTo>
                <a:lnTo>
                  <a:pt x="1130" y="757727"/>
                </a:lnTo>
                <a:lnTo>
                  <a:pt x="4426" y="773998"/>
                </a:lnTo>
                <a:lnTo>
                  <a:pt x="4454" y="774136"/>
                </a:lnTo>
                <a:lnTo>
                  <a:pt x="26561" y="818904"/>
                </a:lnTo>
                <a:lnTo>
                  <a:pt x="64071" y="851763"/>
                </a:lnTo>
                <a:lnTo>
                  <a:pt x="111463" y="867956"/>
                </a:lnTo>
                <a:lnTo>
                  <a:pt x="128155" y="869035"/>
                </a:lnTo>
                <a:lnTo>
                  <a:pt x="740879" y="869035"/>
                </a:lnTo>
                <a:lnTo>
                  <a:pt x="756950" y="867956"/>
                </a:lnTo>
                <a:lnTo>
                  <a:pt x="757466" y="867956"/>
                </a:lnTo>
                <a:lnTo>
                  <a:pt x="804951" y="851763"/>
                </a:lnTo>
                <a:lnTo>
                  <a:pt x="842468" y="818904"/>
                </a:lnTo>
                <a:lnTo>
                  <a:pt x="864665" y="774136"/>
                </a:lnTo>
                <a:lnTo>
                  <a:pt x="869035" y="740879"/>
                </a:lnTo>
                <a:lnTo>
                  <a:pt x="869010" y="128155"/>
                </a:lnTo>
                <a:lnTo>
                  <a:pt x="859161" y="79466"/>
                </a:lnTo>
                <a:lnTo>
                  <a:pt x="831461" y="37934"/>
                </a:lnTo>
                <a:lnTo>
                  <a:pt x="789880" y="10080"/>
                </a:lnTo>
                <a:lnTo>
                  <a:pt x="740879" y="355"/>
                </a:lnTo>
                <a:lnTo>
                  <a:pt x="128511" y="0"/>
                </a:lnTo>
                <a:close/>
              </a:path>
            </a:pathLst>
          </a:custGeom>
          <a:solidFill>
            <a:srgbClr val="1E37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27820" y="372859"/>
            <a:ext cx="673354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1E376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7016" y="1388770"/>
            <a:ext cx="4894580" cy="1407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E376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51256" y="6570152"/>
            <a:ext cx="3724275" cy="188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Campus</a:t>
            </a:r>
            <a:r>
              <a:rPr dirty="0" spc="-25"/>
              <a:t> </a:t>
            </a:r>
            <a:r>
              <a:rPr dirty="0"/>
              <a:t>Ride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Auto-</a:t>
            </a:r>
            <a:r>
              <a:rPr dirty="0" spc="-10"/>
              <a:t>Booking</a:t>
            </a:r>
            <a:r>
              <a:rPr dirty="0" spc="-20"/>
              <a:t> Platform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Thapar</a:t>
            </a:r>
            <a:r>
              <a:rPr dirty="0" spc="-15"/>
              <a:t> </a:t>
            </a:r>
            <a:r>
              <a:rPr dirty="0" spc="-1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E376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-355" y="-355"/>
            <a:ext cx="12192000" cy="6858000"/>
            <a:chOff x="-355" y="-355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-355" y="-355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1390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6095873" y="6857631"/>
                  </a:lnTo>
                  <a:lnTo>
                    <a:pt x="12191390" y="6857631"/>
                  </a:lnTo>
                  <a:lnTo>
                    <a:pt x="12191390" y="0"/>
                  </a:lnTo>
                  <a:close/>
                </a:path>
              </a:pathLst>
            </a:custGeom>
            <a:solidFill>
              <a:srgbClr val="1E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02919" y="457199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978115" y="0"/>
                  </a:moveTo>
                  <a:lnTo>
                    <a:pt x="164515" y="0"/>
                  </a:lnTo>
                  <a:lnTo>
                    <a:pt x="143037" y="1405"/>
                  </a:lnTo>
                  <a:lnTo>
                    <a:pt x="101691" y="12451"/>
                  </a:lnTo>
                  <a:lnTo>
                    <a:pt x="64375" y="33940"/>
                  </a:lnTo>
                  <a:lnTo>
                    <a:pt x="33940" y="64231"/>
                  </a:lnTo>
                  <a:lnTo>
                    <a:pt x="12451" y="101541"/>
                  </a:lnTo>
                  <a:lnTo>
                    <a:pt x="1405" y="143037"/>
                  </a:lnTo>
                  <a:lnTo>
                    <a:pt x="0" y="164515"/>
                  </a:lnTo>
                  <a:lnTo>
                    <a:pt x="0" y="978484"/>
                  </a:lnTo>
                  <a:lnTo>
                    <a:pt x="1382" y="999604"/>
                  </a:lnTo>
                  <a:lnTo>
                    <a:pt x="1405" y="999962"/>
                  </a:lnTo>
                  <a:lnTo>
                    <a:pt x="5515" y="1020687"/>
                  </a:lnTo>
                  <a:lnTo>
                    <a:pt x="5578" y="1021005"/>
                  </a:lnTo>
                  <a:lnTo>
                    <a:pt x="12380" y="1041096"/>
                  </a:lnTo>
                  <a:lnTo>
                    <a:pt x="33934" y="1078618"/>
                  </a:lnTo>
                  <a:lnTo>
                    <a:pt x="64231" y="1109059"/>
                  </a:lnTo>
                  <a:lnTo>
                    <a:pt x="101541" y="1130548"/>
                  </a:lnTo>
                  <a:lnTo>
                    <a:pt x="143032" y="1141594"/>
                  </a:lnTo>
                  <a:lnTo>
                    <a:pt x="164515" y="1143000"/>
                  </a:lnTo>
                  <a:lnTo>
                    <a:pt x="978484" y="1142644"/>
                  </a:lnTo>
                  <a:lnTo>
                    <a:pt x="1021005" y="1137061"/>
                  </a:lnTo>
                  <a:lnTo>
                    <a:pt x="1060564" y="1120686"/>
                  </a:lnTo>
                  <a:lnTo>
                    <a:pt x="1094851" y="1094539"/>
                  </a:lnTo>
                  <a:lnTo>
                    <a:pt x="1121041" y="1060564"/>
                  </a:lnTo>
                  <a:lnTo>
                    <a:pt x="1130445" y="1041308"/>
                  </a:lnTo>
                  <a:lnTo>
                    <a:pt x="1130548" y="1041096"/>
                  </a:lnTo>
                  <a:lnTo>
                    <a:pt x="1137314" y="1021005"/>
                  </a:lnTo>
                  <a:lnTo>
                    <a:pt x="1137421" y="1020687"/>
                  </a:lnTo>
                  <a:lnTo>
                    <a:pt x="1141523" y="999962"/>
                  </a:lnTo>
                  <a:lnTo>
                    <a:pt x="1141594" y="999604"/>
                  </a:lnTo>
                  <a:lnTo>
                    <a:pt x="1142975" y="978484"/>
                  </a:lnTo>
                  <a:lnTo>
                    <a:pt x="1143000" y="978115"/>
                  </a:lnTo>
                  <a:lnTo>
                    <a:pt x="1142644" y="164515"/>
                  </a:lnTo>
                  <a:lnTo>
                    <a:pt x="1137061" y="121994"/>
                  </a:lnTo>
                  <a:lnTo>
                    <a:pt x="1120686" y="82435"/>
                  </a:lnTo>
                  <a:lnTo>
                    <a:pt x="1094539" y="48148"/>
                  </a:lnTo>
                  <a:lnTo>
                    <a:pt x="1060564" y="21958"/>
                  </a:lnTo>
                  <a:lnTo>
                    <a:pt x="1020687" y="5578"/>
                  </a:lnTo>
                  <a:lnTo>
                    <a:pt x="999604" y="1405"/>
                  </a:lnTo>
                  <a:lnTo>
                    <a:pt x="9781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00455" y="504977"/>
            <a:ext cx="745490" cy="8763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100"/>
              </a:spcBef>
            </a:pPr>
            <a:r>
              <a:rPr dirty="0" sz="4000" spc="-550"/>
              <a:t>CR</a:t>
            </a:r>
            <a:endParaRPr sz="4000"/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800">
                <a:solidFill>
                  <a:srgbClr val="F1C04D"/>
                </a:solidFill>
                <a:latin typeface="Calibri"/>
                <a:cs typeface="Calibri"/>
              </a:rPr>
              <a:t>CA</a:t>
            </a:r>
            <a:r>
              <a:rPr dirty="0" sz="800" spc="-55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1C04D"/>
                </a:solidFill>
                <a:latin typeface="Calibri"/>
                <a:cs typeface="Calibri"/>
              </a:rPr>
              <a:t>MP</a:t>
            </a:r>
            <a:r>
              <a:rPr dirty="0" sz="800" spc="-55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1C04D"/>
                </a:solidFill>
                <a:latin typeface="Calibri"/>
                <a:cs typeface="Calibri"/>
              </a:rPr>
              <a:t>U</a:t>
            </a:r>
            <a:r>
              <a:rPr dirty="0" sz="800" spc="-65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1C04D"/>
                </a:solidFill>
                <a:latin typeface="Calibri"/>
                <a:cs typeface="Calibri"/>
              </a:rPr>
              <a:t>S</a:t>
            </a:r>
            <a:r>
              <a:rPr dirty="0" sz="800" spc="254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1C04D"/>
                </a:solidFill>
                <a:latin typeface="Calibri"/>
                <a:cs typeface="Calibri"/>
              </a:rPr>
              <a:t>R</a:t>
            </a:r>
            <a:r>
              <a:rPr dirty="0" sz="800" spc="-60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1C04D"/>
                </a:solidFill>
                <a:latin typeface="Calibri"/>
                <a:cs typeface="Calibri"/>
              </a:rPr>
              <a:t>I</a:t>
            </a:r>
            <a:r>
              <a:rPr dirty="0" sz="800" spc="-70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20">
                <a:solidFill>
                  <a:srgbClr val="F1C04D"/>
                </a:solidFill>
                <a:latin typeface="Calibri"/>
                <a:cs typeface="Calibri"/>
              </a:rPr>
              <a:t>DE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142766" y="450494"/>
            <a:ext cx="1567815" cy="973455"/>
            <a:chOff x="10142766" y="450494"/>
            <a:chExt cx="1567815" cy="973455"/>
          </a:xfrm>
        </p:grpSpPr>
        <p:sp>
          <p:nvSpPr>
            <p:cNvPr id="8" name="object 8"/>
            <p:cNvSpPr/>
            <p:nvPr/>
          </p:nvSpPr>
          <p:spPr>
            <a:xfrm>
              <a:off x="10149116" y="456844"/>
              <a:ext cx="1555115" cy="960755"/>
            </a:xfrm>
            <a:custGeom>
              <a:avLst/>
              <a:gdLst/>
              <a:ahLst/>
              <a:cxnLst/>
              <a:rect l="l" t="t" r="r" b="b"/>
              <a:pathLst>
                <a:path w="1555115" h="96075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850671"/>
                  </a:lnTo>
                  <a:lnTo>
                    <a:pt x="939" y="865101"/>
                  </a:lnTo>
                  <a:lnTo>
                    <a:pt x="3736" y="879159"/>
                  </a:lnTo>
                  <a:lnTo>
                    <a:pt x="8307" y="892592"/>
                  </a:lnTo>
                  <a:lnTo>
                    <a:pt x="8358" y="892742"/>
                  </a:lnTo>
                  <a:lnTo>
                    <a:pt x="32224" y="928296"/>
                  </a:lnTo>
                  <a:lnTo>
                    <a:pt x="67882" y="952122"/>
                  </a:lnTo>
                  <a:lnTo>
                    <a:pt x="109804" y="960475"/>
                  </a:lnTo>
                  <a:lnTo>
                    <a:pt x="1445044" y="960475"/>
                  </a:lnTo>
                  <a:lnTo>
                    <a:pt x="1487115" y="952122"/>
                  </a:lnTo>
                  <a:lnTo>
                    <a:pt x="1522617" y="928296"/>
                  </a:lnTo>
                  <a:lnTo>
                    <a:pt x="1546414" y="892742"/>
                  </a:lnTo>
                  <a:lnTo>
                    <a:pt x="1554848" y="850671"/>
                  </a:lnTo>
                  <a:lnTo>
                    <a:pt x="1554824" y="109791"/>
                  </a:lnTo>
                  <a:lnTo>
                    <a:pt x="1546490" y="68088"/>
                  </a:lnTo>
                  <a:lnTo>
                    <a:pt x="1522623" y="32534"/>
                  </a:lnTo>
                  <a:lnTo>
                    <a:pt x="1486965" y="8708"/>
                  </a:lnTo>
                  <a:lnTo>
                    <a:pt x="14450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149116" y="456844"/>
              <a:ext cx="1555115" cy="960755"/>
            </a:xfrm>
            <a:custGeom>
              <a:avLst/>
              <a:gdLst/>
              <a:ahLst/>
              <a:cxnLst/>
              <a:rect l="l" t="t" r="r" b="b"/>
              <a:pathLst>
                <a:path w="1555115" h="96075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445044" y="355"/>
                  </a:lnTo>
                  <a:lnTo>
                    <a:pt x="1486965" y="8708"/>
                  </a:lnTo>
                  <a:lnTo>
                    <a:pt x="1522623" y="32534"/>
                  </a:lnTo>
                  <a:lnTo>
                    <a:pt x="1546490" y="68088"/>
                  </a:lnTo>
                  <a:lnTo>
                    <a:pt x="1554848" y="110159"/>
                  </a:lnTo>
                  <a:lnTo>
                    <a:pt x="1554848" y="850671"/>
                  </a:lnTo>
                  <a:lnTo>
                    <a:pt x="1553908" y="865096"/>
                  </a:lnTo>
                  <a:lnTo>
                    <a:pt x="1551111" y="879114"/>
                  </a:lnTo>
                  <a:lnTo>
                    <a:pt x="1532065" y="917464"/>
                  </a:lnTo>
                  <a:lnTo>
                    <a:pt x="1500124" y="945718"/>
                  </a:lnTo>
                  <a:lnTo>
                    <a:pt x="1459474" y="959535"/>
                  </a:lnTo>
                  <a:lnTo>
                    <a:pt x="1445044" y="960475"/>
                  </a:lnTo>
                  <a:lnTo>
                    <a:pt x="109804" y="960475"/>
                  </a:lnTo>
                  <a:lnTo>
                    <a:pt x="67882" y="952122"/>
                  </a:lnTo>
                  <a:lnTo>
                    <a:pt x="32224" y="928296"/>
                  </a:lnTo>
                  <a:lnTo>
                    <a:pt x="8358" y="892742"/>
                  </a:lnTo>
                  <a:lnTo>
                    <a:pt x="0" y="850671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3B59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0226420" y="756983"/>
            <a:ext cx="114808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THAPAR</a:t>
            </a:r>
            <a:endParaRPr sz="1400">
              <a:latin typeface="Calibri"/>
              <a:cs typeface="Calibri"/>
            </a:endParaRPr>
          </a:p>
          <a:p>
            <a:pPr marL="262255">
              <a:lnSpc>
                <a:spcPct val="100000"/>
              </a:lnSpc>
            </a:pPr>
            <a:r>
              <a:rPr dirty="0" sz="800" b="1">
                <a:solidFill>
                  <a:srgbClr val="ADC3E5"/>
                </a:solidFill>
                <a:latin typeface="Calibri"/>
                <a:cs typeface="Calibri"/>
              </a:rPr>
              <a:t>PROJECT</a:t>
            </a:r>
            <a:r>
              <a:rPr dirty="0" sz="800" spc="-45" b="1">
                <a:solidFill>
                  <a:srgbClr val="ADC3E5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ADC3E5"/>
                </a:solidFill>
                <a:latin typeface="Calibri"/>
                <a:cs typeface="Calibri"/>
              </a:rPr>
              <a:t>SHOWCASE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49065" y="1647067"/>
            <a:ext cx="5259070" cy="1939925"/>
          </a:xfrm>
          <a:prstGeom prst="rect">
            <a:avLst/>
          </a:prstGeom>
        </p:spPr>
        <p:txBody>
          <a:bodyPr wrap="square" lIns="0" tIns="5162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65"/>
              </a:spcBef>
            </a:pPr>
            <a:r>
              <a:rPr dirty="0" sz="5800" spc="-305" b="1">
                <a:solidFill>
                  <a:srgbClr val="FFFFFF"/>
                </a:solidFill>
                <a:latin typeface="Times New Roman"/>
                <a:cs typeface="Times New Roman"/>
              </a:rPr>
              <a:t>CAMPUS</a:t>
            </a:r>
            <a:r>
              <a:rPr dirty="0" sz="5800" spc="2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800" spc="-315" b="1">
                <a:solidFill>
                  <a:srgbClr val="FFFFFF"/>
                </a:solidFill>
                <a:latin typeface="Times New Roman"/>
                <a:cs typeface="Times New Roman"/>
              </a:rPr>
              <a:t>RIDE</a:t>
            </a:r>
            <a:endParaRPr sz="5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05"/>
              </a:spcBef>
            </a:pPr>
            <a:r>
              <a:rPr dirty="0" sz="2200" i="1">
                <a:solidFill>
                  <a:srgbClr val="C9DBFB"/>
                </a:solidFill>
                <a:latin typeface="Calibri"/>
                <a:cs typeface="Calibri"/>
              </a:rPr>
              <a:t>Smart</a:t>
            </a:r>
            <a:r>
              <a:rPr dirty="0" sz="2200" spc="-45" i="1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dirty="0" sz="2200" spc="-20" i="1">
                <a:solidFill>
                  <a:srgbClr val="C9DBFB"/>
                </a:solidFill>
                <a:latin typeface="Calibri"/>
                <a:cs typeface="Calibri"/>
              </a:rPr>
              <a:t>Auto-</a:t>
            </a:r>
            <a:r>
              <a:rPr dirty="0" sz="2200" i="1">
                <a:solidFill>
                  <a:srgbClr val="C9DBFB"/>
                </a:solidFill>
                <a:latin typeface="Calibri"/>
                <a:cs typeface="Calibri"/>
              </a:rPr>
              <a:t>Booking</a:t>
            </a:r>
            <a:r>
              <a:rPr dirty="0" sz="2200" spc="-30" i="1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9DBFB"/>
                </a:solidFill>
                <a:latin typeface="Calibri"/>
                <a:cs typeface="Calibri"/>
              </a:rPr>
              <a:t>App</a:t>
            </a:r>
            <a:r>
              <a:rPr dirty="0" sz="2200" spc="-40" i="1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9DBFB"/>
                </a:solidFill>
                <a:latin typeface="Calibri"/>
                <a:cs typeface="Calibri"/>
              </a:rPr>
              <a:t>for</a:t>
            </a:r>
            <a:r>
              <a:rPr dirty="0" sz="2200" spc="-35" i="1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C9DBFB"/>
                </a:solidFill>
                <a:latin typeface="Calibri"/>
                <a:cs typeface="Calibri"/>
              </a:rPr>
              <a:t>Thapar</a:t>
            </a:r>
            <a:r>
              <a:rPr dirty="0" sz="2200" spc="-35" i="1">
                <a:solidFill>
                  <a:srgbClr val="C9DBFB"/>
                </a:solidFill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C9DBFB"/>
                </a:solidFill>
                <a:latin typeface="Calibri"/>
                <a:cs typeface="Calibri"/>
              </a:rPr>
              <a:t>University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08604" y="3885844"/>
            <a:ext cx="5943600" cy="457200"/>
          </a:xfrm>
          <a:custGeom>
            <a:avLst/>
            <a:gdLst/>
            <a:ahLst/>
            <a:cxnLst/>
            <a:rect l="l" t="t" r="r" b="b"/>
            <a:pathLst>
              <a:path w="5943600" h="457200">
                <a:moveTo>
                  <a:pt x="5715000" y="0"/>
                </a:moveTo>
                <a:lnTo>
                  <a:pt x="228600" y="0"/>
                </a:lnTo>
                <a:lnTo>
                  <a:pt x="198766" y="1946"/>
                </a:lnTo>
                <a:lnTo>
                  <a:pt x="141267" y="17311"/>
                </a:lnTo>
                <a:lnTo>
                  <a:pt x="89473" y="47297"/>
                </a:lnTo>
                <a:lnTo>
                  <a:pt x="47297" y="89473"/>
                </a:lnTo>
                <a:lnTo>
                  <a:pt x="17311" y="141267"/>
                </a:lnTo>
                <a:lnTo>
                  <a:pt x="1946" y="198766"/>
                </a:lnTo>
                <a:lnTo>
                  <a:pt x="0" y="228600"/>
                </a:lnTo>
                <a:lnTo>
                  <a:pt x="1946" y="258431"/>
                </a:lnTo>
                <a:lnTo>
                  <a:pt x="17311" y="316075"/>
                </a:lnTo>
                <a:lnTo>
                  <a:pt x="47297" y="367871"/>
                </a:lnTo>
                <a:lnTo>
                  <a:pt x="89473" y="409900"/>
                </a:lnTo>
                <a:lnTo>
                  <a:pt x="141267" y="439883"/>
                </a:lnTo>
                <a:lnTo>
                  <a:pt x="198766" y="455253"/>
                </a:lnTo>
                <a:lnTo>
                  <a:pt x="228600" y="457200"/>
                </a:lnTo>
                <a:lnTo>
                  <a:pt x="5715000" y="457200"/>
                </a:lnTo>
                <a:lnTo>
                  <a:pt x="5774124" y="449459"/>
                </a:lnTo>
                <a:lnTo>
                  <a:pt x="5829477" y="426593"/>
                </a:lnTo>
                <a:lnTo>
                  <a:pt x="5876636" y="390236"/>
                </a:lnTo>
                <a:lnTo>
                  <a:pt x="5912993" y="343077"/>
                </a:lnTo>
                <a:lnTo>
                  <a:pt x="5935859" y="287724"/>
                </a:lnTo>
                <a:lnTo>
                  <a:pt x="5943600" y="228600"/>
                </a:lnTo>
                <a:lnTo>
                  <a:pt x="5941653" y="198766"/>
                </a:lnTo>
                <a:lnTo>
                  <a:pt x="5926283" y="141267"/>
                </a:lnTo>
                <a:lnTo>
                  <a:pt x="5896300" y="89473"/>
                </a:lnTo>
                <a:lnTo>
                  <a:pt x="5854271" y="47297"/>
                </a:lnTo>
                <a:lnTo>
                  <a:pt x="5802475" y="17311"/>
                </a:lnTo>
                <a:lnTo>
                  <a:pt x="5744831" y="1946"/>
                </a:lnTo>
                <a:lnTo>
                  <a:pt x="5715000" y="0"/>
                </a:lnTo>
                <a:close/>
              </a:path>
            </a:pathLst>
          </a:custGeom>
          <a:solidFill>
            <a:srgbClr val="F1C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16857" y="4002379"/>
            <a:ext cx="392811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Single</a:t>
            </a:r>
            <a:r>
              <a:rPr dirty="0" sz="1300" spc="-3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codebase</a:t>
            </a:r>
            <a:r>
              <a:rPr dirty="0" sz="1300" spc="-3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·</a:t>
            </a:r>
            <a:r>
              <a:rPr dirty="0" sz="1300" spc="-4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1E3763"/>
                </a:solidFill>
                <a:latin typeface="Calibri"/>
                <a:cs typeface="Calibri"/>
              </a:rPr>
              <a:t>Two-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sided</a:t>
            </a:r>
            <a:r>
              <a:rPr dirty="0" sz="1300" spc="-4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3763"/>
                </a:solidFill>
                <a:latin typeface="Calibri"/>
                <a:cs typeface="Calibri"/>
              </a:rPr>
              <a:t>platform</a:t>
            </a:r>
            <a:r>
              <a:rPr dirty="0" sz="1300" spc="-3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·</a:t>
            </a:r>
            <a:r>
              <a:rPr dirty="0" sz="1300" spc="-4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Students</a:t>
            </a:r>
            <a:r>
              <a:rPr dirty="0" sz="1300" spc="-3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+</a:t>
            </a:r>
            <a:r>
              <a:rPr dirty="0" sz="1300" spc="-3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3763"/>
                </a:solidFill>
                <a:latin typeface="Calibri"/>
                <a:cs typeface="Calibri"/>
              </a:rPr>
              <a:t>Drivers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81646" y="4793894"/>
            <a:ext cx="4859655" cy="1430655"/>
            <a:chOff x="1181646" y="4793894"/>
            <a:chExt cx="4859655" cy="1430655"/>
          </a:xfrm>
        </p:grpSpPr>
        <p:sp>
          <p:nvSpPr>
            <p:cNvPr id="15" name="object 15"/>
            <p:cNvSpPr/>
            <p:nvPr/>
          </p:nvSpPr>
          <p:spPr>
            <a:xfrm>
              <a:off x="1187996" y="4800244"/>
              <a:ext cx="4846955" cy="1417955"/>
            </a:xfrm>
            <a:custGeom>
              <a:avLst/>
              <a:gdLst/>
              <a:ahLst/>
              <a:cxnLst/>
              <a:rect l="l" t="t" r="r" b="b"/>
              <a:pathLst>
                <a:path w="4846955" h="14179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1307871"/>
                  </a:lnTo>
                  <a:lnTo>
                    <a:pt x="939" y="1322301"/>
                  </a:lnTo>
                  <a:lnTo>
                    <a:pt x="3736" y="1336359"/>
                  </a:lnTo>
                  <a:lnTo>
                    <a:pt x="8307" y="1349792"/>
                  </a:lnTo>
                  <a:lnTo>
                    <a:pt x="8358" y="1349942"/>
                  </a:lnTo>
                  <a:lnTo>
                    <a:pt x="32224" y="1385496"/>
                  </a:lnTo>
                  <a:lnTo>
                    <a:pt x="67882" y="1409322"/>
                  </a:lnTo>
                  <a:lnTo>
                    <a:pt x="109804" y="1417675"/>
                  </a:lnTo>
                  <a:lnTo>
                    <a:pt x="4736884" y="1417675"/>
                  </a:lnTo>
                  <a:lnTo>
                    <a:pt x="4778955" y="1409322"/>
                  </a:lnTo>
                  <a:lnTo>
                    <a:pt x="4814457" y="1385496"/>
                  </a:lnTo>
                  <a:lnTo>
                    <a:pt x="4838254" y="1349942"/>
                  </a:lnTo>
                  <a:lnTo>
                    <a:pt x="4838330" y="1349792"/>
                  </a:lnTo>
                  <a:lnTo>
                    <a:pt x="4842936" y="1336359"/>
                  </a:lnTo>
                  <a:lnTo>
                    <a:pt x="4845747" y="1322301"/>
                  </a:lnTo>
                  <a:lnTo>
                    <a:pt x="4846688" y="1307871"/>
                  </a:lnTo>
                  <a:lnTo>
                    <a:pt x="4846664" y="109791"/>
                  </a:lnTo>
                  <a:lnTo>
                    <a:pt x="4838330" y="68088"/>
                  </a:lnTo>
                  <a:lnTo>
                    <a:pt x="4814463" y="32534"/>
                  </a:lnTo>
                  <a:lnTo>
                    <a:pt x="4778805" y="8708"/>
                  </a:lnTo>
                  <a:lnTo>
                    <a:pt x="47368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87996" y="4800244"/>
              <a:ext cx="4846955" cy="1417955"/>
            </a:xfrm>
            <a:custGeom>
              <a:avLst/>
              <a:gdLst/>
              <a:ahLst/>
              <a:cxnLst/>
              <a:rect l="l" t="t" r="r" b="b"/>
              <a:pathLst>
                <a:path w="4846955" h="1417954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736884" y="355"/>
                  </a:lnTo>
                  <a:lnTo>
                    <a:pt x="4778805" y="8708"/>
                  </a:lnTo>
                  <a:lnTo>
                    <a:pt x="4814463" y="32534"/>
                  </a:lnTo>
                  <a:lnTo>
                    <a:pt x="4838330" y="68088"/>
                  </a:lnTo>
                  <a:lnTo>
                    <a:pt x="4846688" y="110159"/>
                  </a:lnTo>
                  <a:lnTo>
                    <a:pt x="4846688" y="1307871"/>
                  </a:lnTo>
                  <a:lnTo>
                    <a:pt x="4845748" y="1322296"/>
                  </a:lnTo>
                  <a:lnTo>
                    <a:pt x="4842951" y="1336314"/>
                  </a:lnTo>
                  <a:lnTo>
                    <a:pt x="4823905" y="1374664"/>
                  </a:lnTo>
                  <a:lnTo>
                    <a:pt x="4791964" y="1402918"/>
                  </a:lnTo>
                  <a:lnTo>
                    <a:pt x="4751314" y="1416735"/>
                  </a:lnTo>
                  <a:lnTo>
                    <a:pt x="4736884" y="1417675"/>
                  </a:lnTo>
                  <a:lnTo>
                    <a:pt x="109804" y="1417675"/>
                  </a:lnTo>
                  <a:lnTo>
                    <a:pt x="67882" y="1409322"/>
                  </a:lnTo>
                  <a:lnTo>
                    <a:pt x="32224" y="1385496"/>
                  </a:lnTo>
                  <a:lnTo>
                    <a:pt x="8358" y="1349942"/>
                  </a:lnTo>
                  <a:lnTo>
                    <a:pt x="0" y="1307871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2341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494256" y="4962499"/>
            <a:ext cx="934719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1C04D"/>
                </a:solidFill>
                <a:latin typeface="Calibri"/>
                <a:cs typeface="Calibri"/>
              </a:rPr>
              <a:t>Submitted</a:t>
            </a:r>
            <a:r>
              <a:rPr dirty="0" sz="1300" spc="-6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F1C04D"/>
                </a:solidFill>
                <a:latin typeface="Calibri"/>
                <a:cs typeface="Calibri"/>
              </a:rPr>
              <a:t>by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94256" y="5374703"/>
            <a:ext cx="1936114" cy="625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Arpita</a:t>
            </a:r>
            <a:r>
              <a:rPr dirty="0" sz="125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Girdhar</a:t>
            </a:r>
            <a:r>
              <a:rPr dirty="0" sz="1250" spc="1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ADC3E5"/>
                </a:solidFill>
                <a:latin typeface="Calibri"/>
                <a:cs typeface="Calibri"/>
              </a:rPr>
              <a:t>(1024030778)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50" spc="-20" b="1">
                <a:solidFill>
                  <a:srgbClr val="FFFFFF"/>
                </a:solidFill>
                <a:latin typeface="Calibri"/>
                <a:cs typeface="Calibri"/>
              </a:rPr>
              <a:t>Trijal</a:t>
            </a:r>
            <a:r>
              <a:rPr dirty="0" sz="125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Mittal</a:t>
            </a:r>
            <a:r>
              <a:rPr dirty="0" sz="1250" spc="2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ADC3E5"/>
                </a:solidFill>
                <a:latin typeface="Calibri"/>
                <a:cs typeface="Calibri"/>
              </a:rPr>
              <a:t>(1024030784)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1250" spc="-20" b="1">
                <a:solidFill>
                  <a:srgbClr val="FFFFFF"/>
                </a:solidFill>
                <a:latin typeface="Calibri"/>
                <a:cs typeface="Calibri"/>
              </a:rPr>
              <a:t>Tushit</a:t>
            </a:r>
            <a:r>
              <a:rPr dirty="0" sz="125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Kumar</a:t>
            </a:r>
            <a:r>
              <a:rPr dirty="0" sz="1250" spc="2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ADC3E5"/>
                </a:solidFill>
                <a:latin typeface="Calibri"/>
                <a:cs typeface="Calibri"/>
              </a:rPr>
              <a:t>(1024031079)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56984" y="4793944"/>
            <a:ext cx="4631055" cy="1430655"/>
            <a:chOff x="6256984" y="4793944"/>
            <a:chExt cx="4631055" cy="1430655"/>
          </a:xfrm>
        </p:grpSpPr>
        <p:sp>
          <p:nvSpPr>
            <p:cNvPr id="20" name="object 20"/>
            <p:cNvSpPr/>
            <p:nvPr/>
          </p:nvSpPr>
          <p:spPr>
            <a:xfrm>
              <a:off x="6263284" y="4800244"/>
              <a:ext cx="4618355" cy="1417955"/>
            </a:xfrm>
            <a:custGeom>
              <a:avLst/>
              <a:gdLst/>
              <a:ahLst/>
              <a:cxnLst/>
              <a:rect l="l" t="t" r="r" b="b"/>
              <a:pathLst>
                <a:path w="4618355" h="1417954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307871"/>
                  </a:lnTo>
                  <a:lnTo>
                    <a:pt x="939" y="1322301"/>
                  </a:lnTo>
                  <a:lnTo>
                    <a:pt x="14757" y="1362951"/>
                  </a:lnTo>
                  <a:lnTo>
                    <a:pt x="43003" y="1394898"/>
                  </a:lnTo>
                  <a:lnTo>
                    <a:pt x="81359" y="1413940"/>
                  </a:lnTo>
                  <a:lnTo>
                    <a:pt x="109791" y="1417675"/>
                  </a:lnTo>
                  <a:lnTo>
                    <a:pt x="4508271" y="1417675"/>
                  </a:lnTo>
                  <a:lnTo>
                    <a:pt x="4550342" y="1409322"/>
                  </a:lnTo>
                  <a:lnTo>
                    <a:pt x="4585846" y="1385496"/>
                  </a:lnTo>
                  <a:lnTo>
                    <a:pt x="4609647" y="1349942"/>
                  </a:lnTo>
                  <a:lnTo>
                    <a:pt x="4618075" y="1307871"/>
                  </a:lnTo>
                  <a:lnTo>
                    <a:pt x="4618051" y="109791"/>
                  </a:lnTo>
                  <a:lnTo>
                    <a:pt x="4609722" y="68088"/>
                  </a:lnTo>
                  <a:lnTo>
                    <a:pt x="4585852" y="32534"/>
                  </a:lnTo>
                  <a:lnTo>
                    <a:pt x="4550192" y="8708"/>
                  </a:lnTo>
                  <a:lnTo>
                    <a:pt x="45082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263284" y="4800244"/>
              <a:ext cx="4618355" cy="1417955"/>
            </a:xfrm>
            <a:custGeom>
              <a:avLst/>
              <a:gdLst/>
              <a:ahLst/>
              <a:cxnLst/>
              <a:rect l="l" t="t" r="r" b="b"/>
              <a:pathLst>
                <a:path w="4618355" h="1417954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4508271" y="355"/>
                  </a:lnTo>
                  <a:lnTo>
                    <a:pt x="4550192" y="8708"/>
                  </a:lnTo>
                  <a:lnTo>
                    <a:pt x="4585852" y="32534"/>
                  </a:lnTo>
                  <a:lnTo>
                    <a:pt x="4609722" y="68088"/>
                  </a:lnTo>
                  <a:lnTo>
                    <a:pt x="4618075" y="110159"/>
                  </a:lnTo>
                  <a:lnTo>
                    <a:pt x="4618075" y="1307871"/>
                  </a:lnTo>
                  <a:lnTo>
                    <a:pt x="4617135" y="1322296"/>
                  </a:lnTo>
                  <a:lnTo>
                    <a:pt x="4614340" y="1336314"/>
                  </a:lnTo>
                  <a:lnTo>
                    <a:pt x="4595298" y="1374664"/>
                  </a:lnTo>
                  <a:lnTo>
                    <a:pt x="4563351" y="1402918"/>
                  </a:lnTo>
                  <a:lnTo>
                    <a:pt x="4522701" y="1416735"/>
                  </a:lnTo>
                  <a:lnTo>
                    <a:pt x="4508271" y="1417675"/>
                  </a:lnTo>
                  <a:lnTo>
                    <a:pt x="109791" y="1417675"/>
                  </a:lnTo>
                  <a:lnTo>
                    <a:pt x="67882" y="1409322"/>
                  </a:lnTo>
                  <a:lnTo>
                    <a:pt x="32213" y="1385496"/>
                  </a:lnTo>
                  <a:lnTo>
                    <a:pt x="8352" y="1349942"/>
                  </a:lnTo>
                  <a:lnTo>
                    <a:pt x="0" y="1307871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2341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569176" y="4962499"/>
            <a:ext cx="91313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1C04D"/>
                </a:solidFill>
                <a:latin typeface="Calibri"/>
                <a:cs typeface="Calibri"/>
              </a:rPr>
              <a:t>Submitted</a:t>
            </a:r>
            <a:r>
              <a:rPr dirty="0" sz="1300" spc="-6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F1C04D"/>
                </a:solidFill>
                <a:latin typeface="Calibri"/>
                <a:cs typeface="Calibri"/>
              </a:rPr>
              <a:t>to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69176" y="5549303"/>
            <a:ext cx="30283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Faculty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Coordinator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Thapar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943" y="124129"/>
            <a:ext cx="527050" cy="90043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420"/>
              </a:spcBef>
            </a:pPr>
            <a:r>
              <a:rPr dirty="0" sz="2600" spc="-370" b="1">
                <a:solidFill>
                  <a:srgbClr val="FFFFFF"/>
                </a:solidFill>
                <a:latin typeface="Times New Roman"/>
                <a:cs typeface="Times New Roman"/>
              </a:rPr>
              <a:t>CR</a:t>
            </a:r>
            <a:endParaRPr sz="2600">
              <a:latin typeface="Times New Roman"/>
              <a:cs typeface="Times New Roman"/>
            </a:endParaRPr>
          </a:p>
          <a:p>
            <a:pPr marL="106680" marR="5080" indent="-94615">
              <a:lnSpc>
                <a:spcPct val="112200"/>
              </a:lnSpc>
              <a:spcBef>
                <a:spcPts val="290"/>
              </a:spcBef>
            </a:pP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C</a:t>
            </a:r>
            <a:r>
              <a:rPr dirty="0" sz="800" spc="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A</a:t>
            </a:r>
            <a:r>
              <a:rPr dirty="0" sz="800" spc="2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M</a:t>
            </a:r>
            <a:r>
              <a:rPr dirty="0" sz="800" spc="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P</a:t>
            </a:r>
            <a:r>
              <a:rPr dirty="0" sz="800" spc="2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U</a:t>
            </a:r>
            <a:r>
              <a:rPr dirty="0" sz="800" spc="1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1C04D"/>
                </a:solidFill>
                <a:latin typeface="Calibri"/>
                <a:cs typeface="Calibri"/>
              </a:rPr>
              <a:t>S</a:t>
            </a:r>
            <a:r>
              <a:rPr dirty="0" sz="800" spc="50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R</a:t>
            </a:r>
            <a:r>
              <a:rPr dirty="0" sz="800" spc="9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I</a:t>
            </a:r>
            <a:r>
              <a:rPr dirty="0" sz="800" spc="114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D</a:t>
            </a:r>
            <a:r>
              <a:rPr dirty="0" sz="800" spc="1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60" b="1">
                <a:solidFill>
                  <a:srgbClr val="F1C04D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554664" y="248944"/>
            <a:ext cx="1339215" cy="799465"/>
            <a:chOff x="10554664" y="248944"/>
            <a:chExt cx="1339215" cy="799465"/>
          </a:xfrm>
        </p:grpSpPr>
        <p:sp>
          <p:nvSpPr>
            <p:cNvPr id="4" name="object 4"/>
            <p:cNvSpPr/>
            <p:nvPr/>
          </p:nvSpPr>
          <p:spPr>
            <a:xfrm>
              <a:off x="10560964" y="255244"/>
              <a:ext cx="1326515" cy="786765"/>
            </a:xfrm>
            <a:custGeom>
              <a:avLst/>
              <a:gdLst/>
              <a:ahLst/>
              <a:cxnLst/>
              <a:rect l="l" t="t" r="r" b="b"/>
              <a:pathLst>
                <a:path w="1326515" h="78676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695159"/>
                  </a:lnTo>
                  <a:lnTo>
                    <a:pt x="798" y="707159"/>
                  </a:lnTo>
                  <a:lnTo>
                    <a:pt x="18830" y="750916"/>
                  </a:lnTo>
                  <a:lnTo>
                    <a:pt x="56505" y="779607"/>
                  </a:lnTo>
                  <a:lnTo>
                    <a:pt x="91440" y="786599"/>
                  </a:lnTo>
                  <a:lnTo>
                    <a:pt x="1234795" y="786599"/>
                  </a:lnTo>
                  <a:lnTo>
                    <a:pt x="1280515" y="774357"/>
                  </a:lnTo>
                  <a:lnTo>
                    <a:pt x="1313992" y="740879"/>
                  </a:lnTo>
                  <a:lnTo>
                    <a:pt x="1326235" y="695159"/>
                  </a:lnTo>
                  <a:lnTo>
                    <a:pt x="1326211" y="91440"/>
                  </a:lnTo>
                  <a:lnTo>
                    <a:pt x="1313992" y="46075"/>
                  </a:lnTo>
                  <a:lnTo>
                    <a:pt x="1280515" y="12598"/>
                  </a:lnTo>
                  <a:lnTo>
                    <a:pt x="123479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3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560964" y="255244"/>
              <a:ext cx="1326515" cy="786765"/>
            </a:xfrm>
            <a:custGeom>
              <a:avLst/>
              <a:gdLst/>
              <a:ahLst/>
              <a:cxnLst/>
              <a:rect l="l" t="t" r="r" b="b"/>
              <a:pathLst>
                <a:path w="1326515" h="78676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1234795" y="355"/>
                  </a:lnTo>
                  <a:lnTo>
                    <a:pt x="1280515" y="12598"/>
                  </a:lnTo>
                  <a:lnTo>
                    <a:pt x="1313992" y="46075"/>
                  </a:lnTo>
                  <a:lnTo>
                    <a:pt x="1326235" y="91795"/>
                  </a:lnTo>
                  <a:lnTo>
                    <a:pt x="1326235" y="695159"/>
                  </a:lnTo>
                  <a:lnTo>
                    <a:pt x="1325437" y="707159"/>
                  </a:lnTo>
                  <a:lnTo>
                    <a:pt x="1323086" y="718824"/>
                  </a:lnTo>
                  <a:lnTo>
                    <a:pt x="1299554" y="759909"/>
                  </a:lnTo>
                  <a:lnTo>
                    <a:pt x="1258465" y="783445"/>
                  </a:lnTo>
                  <a:lnTo>
                    <a:pt x="1234795" y="786599"/>
                  </a:lnTo>
                  <a:lnTo>
                    <a:pt x="91440" y="786599"/>
                  </a:lnTo>
                  <a:lnTo>
                    <a:pt x="45720" y="774357"/>
                  </a:lnTo>
                  <a:lnTo>
                    <a:pt x="12230" y="740879"/>
                  </a:lnTo>
                  <a:lnTo>
                    <a:pt x="0" y="695159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D5DD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638256" y="493813"/>
            <a:ext cx="97726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E3763"/>
                </a:solidFill>
                <a:latin typeface="Calibri"/>
                <a:cs typeface="Calibri"/>
              </a:rPr>
              <a:t>THAPAR</a:t>
            </a:r>
            <a:endParaRPr sz="1200">
              <a:latin typeface="Calibri"/>
              <a:cs typeface="Calibri"/>
            </a:endParaRPr>
          </a:p>
          <a:p>
            <a:pPr marL="207645">
              <a:lnSpc>
                <a:spcPts val="810"/>
              </a:lnSpc>
            </a:pPr>
            <a:r>
              <a:rPr dirty="0" sz="700" spc="-10" b="1">
                <a:solidFill>
                  <a:srgbClr val="4371A7"/>
                </a:solidFill>
                <a:latin typeface="Calibri"/>
                <a:cs typeface="Calibri"/>
              </a:rPr>
              <a:t>PROJECT</a:t>
            </a:r>
            <a:r>
              <a:rPr dirty="0" sz="700" spc="-20" b="1">
                <a:solidFill>
                  <a:srgbClr val="4371A7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4371A7"/>
                </a:solidFill>
                <a:latin typeface="Calibri"/>
                <a:cs typeface="Calibri"/>
              </a:rPr>
              <a:t>SHOWCASE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842770">
              <a:lnSpc>
                <a:spcPct val="100000"/>
              </a:lnSpc>
              <a:spcBef>
                <a:spcPts val="95"/>
              </a:spcBef>
            </a:pPr>
            <a:r>
              <a:rPr dirty="0" spc="-290"/>
              <a:t>INTRODUCTION</a:t>
            </a:r>
          </a:p>
        </p:txBody>
      </p:sp>
      <p:sp>
        <p:nvSpPr>
          <p:cNvPr id="8" name="object 8"/>
          <p:cNvSpPr/>
          <p:nvPr/>
        </p:nvSpPr>
        <p:spPr>
          <a:xfrm>
            <a:off x="-355" y="6455155"/>
            <a:ext cx="12192000" cy="402590"/>
          </a:xfrm>
          <a:custGeom>
            <a:avLst/>
            <a:gdLst/>
            <a:ahLst/>
            <a:cxnLst/>
            <a:rect l="l" t="t" r="r" b="b"/>
            <a:pathLst>
              <a:path w="12192000" h="402590">
                <a:moveTo>
                  <a:pt x="12191390" y="0"/>
                </a:moveTo>
                <a:lnTo>
                  <a:pt x="0" y="0"/>
                </a:lnTo>
                <a:lnTo>
                  <a:pt x="0" y="402120"/>
                </a:lnTo>
                <a:lnTo>
                  <a:pt x="6095873" y="402120"/>
                </a:lnTo>
                <a:lnTo>
                  <a:pt x="12191390" y="402120"/>
                </a:lnTo>
                <a:lnTo>
                  <a:pt x="12191390" y="0"/>
                </a:lnTo>
                <a:close/>
              </a:path>
            </a:pathLst>
          </a:custGeom>
          <a:solidFill>
            <a:srgbClr val="1E376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404406" y="1227734"/>
            <a:ext cx="5682615" cy="2802255"/>
            <a:chOff x="404406" y="1227734"/>
            <a:chExt cx="5682615" cy="2802255"/>
          </a:xfrm>
        </p:grpSpPr>
        <p:sp>
          <p:nvSpPr>
            <p:cNvPr id="10" name="object 10"/>
            <p:cNvSpPr/>
            <p:nvPr/>
          </p:nvSpPr>
          <p:spPr>
            <a:xfrm>
              <a:off x="410756" y="1234084"/>
              <a:ext cx="5669915" cy="2789555"/>
            </a:xfrm>
            <a:custGeom>
              <a:avLst/>
              <a:gdLst/>
              <a:ahLst/>
              <a:cxnLst/>
              <a:rect l="l" t="t" r="r" b="b"/>
              <a:pathLst>
                <a:path w="5669915" h="27895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2679471"/>
                  </a:lnTo>
                  <a:lnTo>
                    <a:pt x="929" y="2693746"/>
                  </a:lnTo>
                  <a:lnTo>
                    <a:pt x="939" y="2693901"/>
                  </a:lnTo>
                  <a:lnTo>
                    <a:pt x="14770" y="2734551"/>
                  </a:lnTo>
                  <a:lnTo>
                    <a:pt x="22686" y="2746264"/>
                  </a:lnTo>
                  <a:lnTo>
                    <a:pt x="22788" y="2746414"/>
                  </a:lnTo>
                  <a:lnTo>
                    <a:pt x="55079" y="2774518"/>
                  </a:lnTo>
                  <a:lnTo>
                    <a:pt x="95534" y="2788335"/>
                  </a:lnTo>
                  <a:lnTo>
                    <a:pt x="109804" y="2789275"/>
                  </a:lnTo>
                  <a:lnTo>
                    <a:pt x="5559844" y="2789275"/>
                  </a:lnTo>
                  <a:lnTo>
                    <a:pt x="5601915" y="2780922"/>
                  </a:lnTo>
                  <a:lnTo>
                    <a:pt x="5637417" y="2757096"/>
                  </a:lnTo>
                  <a:lnTo>
                    <a:pt x="5661190" y="2721542"/>
                  </a:lnTo>
                  <a:lnTo>
                    <a:pt x="5661290" y="2721342"/>
                  </a:lnTo>
                  <a:lnTo>
                    <a:pt x="5669648" y="2679471"/>
                  </a:lnTo>
                  <a:lnTo>
                    <a:pt x="5669624" y="109791"/>
                  </a:lnTo>
                  <a:lnTo>
                    <a:pt x="5661290" y="68088"/>
                  </a:lnTo>
                  <a:lnTo>
                    <a:pt x="5637423" y="32534"/>
                  </a:lnTo>
                  <a:lnTo>
                    <a:pt x="5601713" y="8708"/>
                  </a:lnTo>
                  <a:lnTo>
                    <a:pt x="55598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DBE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10756" y="1234084"/>
              <a:ext cx="5669915" cy="2789555"/>
            </a:xfrm>
            <a:custGeom>
              <a:avLst/>
              <a:gdLst/>
              <a:ahLst/>
              <a:cxnLst/>
              <a:rect l="l" t="t" r="r" b="b"/>
              <a:pathLst>
                <a:path w="5669915" h="2789554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559844" y="355"/>
                  </a:lnTo>
                  <a:lnTo>
                    <a:pt x="5601713" y="8708"/>
                  </a:lnTo>
                  <a:lnTo>
                    <a:pt x="5637423" y="32534"/>
                  </a:lnTo>
                  <a:lnTo>
                    <a:pt x="5661290" y="68088"/>
                  </a:lnTo>
                  <a:lnTo>
                    <a:pt x="5669648" y="110159"/>
                  </a:lnTo>
                  <a:lnTo>
                    <a:pt x="5669648" y="2679471"/>
                  </a:lnTo>
                  <a:lnTo>
                    <a:pt x="5668708" y="2693746"/>
                  </a:lnTo>
                  <a:lnTo>
                    <a:pt x="5665911" y="2707781"/>
                  </a:lnTo>
                  <a:lnTo>
                    <a:pt x="5646865" y="2746264"/>
                  </a:lnTo>
                  <a:lnTo>
                    <a:pt x="5614924" y="2774518"/>
                  </a:lnTo>
                  <a:lnTo>
                    <a:pt x="5574274" y="2788335"/>
                  </a:lnTo>
                  <a:lnTo>
                    <a:pt x="5559844" y="2789275"/>
                  </a:lnTo>
                  <a:lnTo>
                    <a:pt x="109804" y="2789275"/>
                  </a:lnTo>
                  <a:lnTo>
                    <a:pt x="67934" y="2780922"/>
                  </a:lnTo>
                  <a:lnTo>
                    <a:pt x="32224" y="2757096"/>
                  </a:lnTo>
                  <a:lnTo>
                    <a:pt x="8358" y="2721542"/>
                  </a:lnTo>
                  <a:lnTo>
                    <a:pt x="0" y="2679471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25"/>
              <a:t> </a:t>
            </a:r>
            <a:r>
              <a:rPr dirty="0" spc="85"/>
              <a:t>is</a:t>
            </a:r>
            <a:r>
              <a:rPr dirty="0" spc="-10"/>
              <a:t> </a:t>
            </a:r>
            <a:r>
              <a:rPr dirty="0"/>
              <a:t>Campus</a:t>
            </a:r>
            <a:r>
              <a:rPr dirty="0" spc="-10"/>
              <a:t> </a:t>
            </a:r>
            <a:r>
              <a:rPr dirty="0" spc="-20"/>
              <a:t>Ride?</a:t>
            </a:r>
          </a:p>
          <a:p>
            <a:pPr marL="12700" marR="5080">
              <a:lnSpc>
                <a:spcPct val="112000"/>
              </a:lnSpc>
              <a:spcBef>
                <a:spcPts val="955"/>
              </a:spcBef>
            </a:pP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Campus</a:t>
            </a:r>
            <a:r>
              <a:rPr dirty="0" sz="1400" spc="-3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Ride</a:t>
            </a:r>
            <a:r>
              <a:rPr dirty="0" sz="1400" spc="-3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is</a:t>
            </a:r>
            <a:r>
              <a:rPr dirty="0" sz="1400" spc="-4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a</a:t>
            </a:r>
            <a:r>
              <a:rPr dirty="0" sz="1400" spc="-3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212733"/>
                </a:solidFill>
                <a:latin typeface="Calibri"/>
                <a:cs typeface="Calibri"/>
              </a:rPr>
              <a:t>Flutter</a:t>
            </a:r>
            <a:r>
              <a:rPr dirty="0" sz="1400" spc="-4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app</a:t>
            </a:r>
            <a:r>
              <a:rPr dirty="0" sz="1400" spc="-3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(Android</a:t>
            </a:r>
            <a:r>
              <a:rPr dirty="0" sz="1400" spc="-3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+</a:t>
            </a:r>
            <a:r>
              <a:rPr dirty="0" sz="1400" spc="-3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web)</a:t>
            </a:r>
            <a:r>
              <a:rPr dirty="0" sz="1400" spc="-3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that</a:t>
            </a:r>
            <a:r>
              <a:rPr dirty="0" sz="1400" spc="-4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212733"/>
                </a:solidFill>
                <a:latin typeface="Calibri"/>
                <a:cs typeface="Calibri"/>
              </a:rPr>
              <a:t>digitizes</a:t>
            </a:r>
            <a:r>
              <a:rPr dirty="0" sz="1400" spc="-3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212733"/>
                </a:solidFill>
                <a:latin typeface="Calibri"/>
                <a:cs typeface="Calibri"/>
              </a:rPr>
              <a:t>auto-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rickshaw</a:t>
            </a:r>
            <a:r>
              <a:rPr dirty="0" sz="1400" spc="-3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booking</a:t>
            </a:r>
            <a:r>
              <a:rPr dirty="0" sz="1400" spc="-3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across</a:t>
            </a:r>
            <a:r>
              <a:rPr dirty="0" sz="1400" spc="-4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the</a:t>
            </a:r>
            <a:r>
              <a:rPr dirty="0" sz="1400" spc="-3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Thapar</a:t>
            </a:r>
            <a:r>
              <a:rPr dirty="0" sz="1400" spc="-4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campus.</a:t>
            </a:r>
            <a:r>
              <a:rPr dirty="0" sz="1400" spc="-3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212733"/>
                </a:solidFill>
                <a:latin typeface="Calibri"/>
                <a:cs typeface="Calibri"/>
              </a:rPr>
              <a:t>Students</a:t>
            </a:r>
            <a:r>
              <a:rPr dirty="0" sz="1400" spc="-4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pick</a:t>
            </a:r>
            <a:r>
              <a:rPr dirty="0" sz="1400" spc="-3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a</a:t>
            </a:r>
            <a:r>
              <a:rPr dirty="0" sz="1400" spc="-3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212733"/>
                </a:solidFill>
                <a:latin typeface="Calibri"/>
                <a:cs typeface="Calibri"/>
              </a:rPr>
              <a:t>pickup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and</a:t>
            </a:r>
            <a:r>
              <a:rPr dirty="0" sz="1400" spc="-3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drop</a:t>
            </a:r>
            <a:r>
              <a:rPr dirty="0" sz="1400" spc="-3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stop;</a:t>
            </a:r>
            <a:r>
              <a:rPr dirty="0" sz="1400" spc="-4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the</a:t>
            </a:r>
            <a:r>
              <a:rPr dirty="0" sz="1400" spc="-3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app</a:t>
            </a:r>
            <a:r>
              <a:rPr dirty="0" sz="1400" spc="-2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either</a:t>
            </a:r>
            <a:r>
              <a:rPr dirty="0" sz="1400" spc="-4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pools</a:t>
            </a:r>
            <a:r>
              <a:rPr dirty="0" sz="1400" spc="-4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them</a:t>
            </a:r>
            <a:r>
              <a:rPr dirty="0" sz="1400" spc="-3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onto</a:t>
            </a:r>
            <a:r>
              <a:rPr dirty="0" sz="1400" spc="-3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an</a:t>
            </a:r>
            <a:r>
              <a:rPr dirty="0" sz="1400" spc="-3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auto</a:t>
            </a:r>
            <a:r>
              <a:rPr dirty="0" sz="1400" spc="-4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212733"/>
                </a:solidFill>
                <a:latin typeface="Calibri"/>
                <a:cs typeface="Calibri"/>
              </a:rPr>
              <a:t>already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passing</a:t>
            </a:r>
            <a:r>
              <a:rPr dirty="0" sz="1400" spc="-4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both</a:t>
            </a:r>
            <a:r>
              <a:rPr dirty="0" sz="1400" spc="-3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stops</a:t>
            </a:r>
            <a:r>
              <a:rPr dirty="0" sz="1400" spc="-3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or</a:t>
            </a:r>
            <a:r>
              <a:rPr dirty="0" sz="1400" spc="-4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212733"/>
                </a:solidFill>
                <a:latin typeface="Calibri"/>
                <a:cs typeface="Calibri"/>
              </a:rPr>
              <a:t>dispatches</a:t>
            </a:r>
            <a:r>
              <a:rPr dirty="0" sz="1400" spc="-2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the</a:t>
            </a:r>
            <a:r>
              <a:rPr dirty="0" sz="1400" spc="-3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b="0">
                <a:solidFill>
                  <a:srgbClr val="212733"/>
                </a:solidFill>
                <a:latin typeface="Calibri"/>
                <a:cs typeface="Calibri"/>
              </a:rPr>
              <a:t>next</a:t>
            </a:r>
            <a:r>
              <a:rPr dirty="0" sz="1400" spc="-40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212733"/>
                </a:solidFill>
                <a:latin typeface="Calibri"/>
                <a:cs typeface="Calibri"/>
              </a:rPr>
              <a:t>available</a:t>
            </a:r>
            <a:r>
              <a:rPr dirty="0" sz="1400" spc="-35" b="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400" spc="-10" b="0">
                <a:solidFill>
                  <a:srgbClr val="212733"/>
                </a:solidFill>
                <a:latin typeface="Calibri"/>
                <a:cs typeface="Calibri"/>
              </a:rPr>
              <a:t>vehicle.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9724" y="3291840"/>
            <a:ext cx="5212080" cy="594360"/>
          </a:xfrm>
          <a:custGeom>
            <a:avLst/>
            <a:gdLst/>
            <a:ahLst/>
            <a:cxnLst/>
            <a:rect l="l" t="t" r="r" b="b"/>
            <a:pathLst>
              <a:path w="5212080" h="594360">
                <a:moveTo>
                  <a:pt x="5120271" y="0"/>
                </a:moveTo>
                <a:lnTo>
                  <a:pt x="91440" y="0"/>
                </a:lnTo>
                <a:lnTo>
                  <a:pt x="79433" y="798"/>
                </a:lnTo>
                <a:lnTo>
                  <a:pt x="35675" y="18836"/>
                </a:lnTo>
                <a:lnTo>
                  <a:pt x="6981" y="56510"/>
                </a:lnTo>
                <a:lnTo>
                  <a:pt x="0" y="91439"/>
                </a:lnTo>
                <a:lnTo>
                  <a:pt x="0" y="502920"/>
                </a:lnTo>
                <a:lnTo>
                  <a:pt x="774" y="514564"/>
                </a:lnTo>
                <a:lnTo>
                  <a:pt x="798" y="514925"/>
                </a:lnTo>
                <a:lnTo>
                  <a:pt x="3075" y="526229"/>
                </a:lnTo>
                <a:lnTo>
                  <a:pt x="3148" y="526589"/>
                </a:lnTo>
                <a:lnTo>
                  <a:pt x="6859" y="537491"/>
                </a:lnTo>
                <a:lnTo>
                  <a:pt x="35675" y="575523"/>
                </a:lnTo>
                <a:lnTo>
                  <a:pt x="79433" y="593561"/>
                </a:lnTo>
                <a:lnTo>
                  <a:pt x="91440" y="594360"/>
                </a:lnTo>
                <a:lnTo>
                  <a:pt x="5120640" y="594004"/>
                </a:lnTo>
                <a:lnTo>
                  <a:pt x="5166360" y="581761"/>
                </a:lnTo>
                <a:lnTo>
                  <a:pt x="5199837" y="548284"/>
                </a:lnTo>
                <a:lnTo>
                  <a:pt x="5208802" y="526589"/>
                </a:lnTo>
                <a:lnTo>
                  <a:pt x="5208925" y="526229"/>
                </a:lnTo>
                <a:lnTo>
                  <a:pt x="5211206" y="514925"/>
                </a:lnTo>
                <a:lnTo>
                  <a:pt x="5211279" y="514564"/>
                </a:lnTo>
                <a:lnTo>
                  <a:pt x="5212056" y="502920"/>
                </a:lnTo>
                <a:lnTo>
                  <a:pt x="5212080" y="502564"/>
                </a:lnTo>
                <a:lnTo>
                  <a:pt x="5211711" y="91439"/>
                </a:lnTo>
                <a:lnTo>
                  <a:pt x="5199481" y="45720"/>
                </a:lnTo>
                <a:lnTo>
                  <a:pt x="5165991" y="12242"/>
                </a:lnTo>
                <a:lnTo>
                  <a:pt x="5132278" y="798"/>
                </a:lnTo>
                <a:lnTo>
                  <a:pt x="5120271" y="0"/>
                </a:lnTo>
                <a:close/>
              </a:path>
            </a:pathLst>
          </a:custGeom>
          <a:solidFill>
            <a:srgbClr val="1E37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54176" y="3393249"/>
            <a:ext cx="4550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1C04D"/>
                </a:solidFill>
                <a:latin typeface="Calibri"/>
                <a:cs typeface="Calibri"/>
              </a:rPr>
              <a:t>Why</a:t>
            </a:r>
            <a:r>
              <a:rPr dirty="0" sz="1200" spc="-2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C04D"/>
                </a:solidFill>
                <a:latin typeface="Calibri"/>
                <a:cs typeface="Calibri"/>
              </a:rPr>
              <a:t>it</a:t>
            </a:r>
            <a:r>
              <a:rPr dirty="0" sz="1200" spc="-2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1C04D"/>
                </a:solidFill>
                <a:latin typeface="Calibri"/>
                <a:cs typeface="Calibri"/>
              </a:rPr>
              <a:t>matters:</a:t>
            </a:r>
            <a:r>
              <a:rPr dirty="0" sz="1200" spc="229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removes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guesswork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students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true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seat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availability before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booking.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56616" y="1318856"/>
            <a:ext cx="5499735" cy="836294"/>
            <a:chOff x="6256616" y="1318856"/>
            <a:chExt cx="5499735" cy="836294"/>
          </a:xfrm>
        </p:grpSpPr>
        <p:sp>
          <p:nvSpPr>
            <p:cNvPr id="16" name="object 16"/>
            <p:cNvSpPr/>
            <p:nvPr/>
          </p:nvSpPr>
          <p:spPr>
            <a:xfrm>
              <a:off x="6262916" y="1325156"/>
              <a:ext cx="5487035" cy="823594"/>
            </a:xfrm>
            <a:custGeom>
              <a:avLst/>
              <a:gdLst/>
              <a:ahLst/>
              <a:cxnLst/>
              <a:rect l="l" t="t" r="r" b="b"/>
              <a:pathLst>
                <a:path w="5487034" h="823594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376964" y="368"/>
                  </a:lnTo>
                  <a:lnTo>
                    <a:pt x="5418885" y="8721"/>
                  </a:lnTo>
                  <a:lnTo>
                    <a:pt x="5454543" y="32535"/>
                  </a:lnTo>
                  <a:lnTo>
                    <a:pt x="5478410" y="68095"/>
                  </a:lnTo>
                  <a:lnTo>
                    <a:pt x="5486768" y="110159"/>
                  </a:lnTo>
                  <a:lnTo>
                    <a:pt x="5486768" y="713524"/>
                  </a:lnTo>
                  <a:lnTo>
                    <a:pt x="5485828" y="727948"/>
                  </a:lnTo>
                  <a:lnTo>
                    <a:pt x="5483031" y="741967"/>
                  </a:lnTo>
                  <a:lnTo>
                    <a:pt x="5463985" y="780317"/>
                  </a:lnTo>
                  <a:lnTo>
                    <a:pt x="5432044" y="808558"/>
                  </a:lnTo>
                  <a:lnTo>
                    <a:pt x="5391394" y="822388"/>
                  </a:lnTo>
                  <a:lnTo>
                    <a:pt x="5376964" y="823328"/>
                  </a:lnTo>
                  <a:lnTo>
                    <a:pt x="109804" y="823328"/>
                  </a:lnTo>
                  <a:lnTo>
                    <a:pt x="67882" y="814970"/>
                  </a:lnTo>
                  <a:lnTo>
                    <a:pt x="32224" y="791148"/>
                  </a:lnTo>
                  <a:lnTo>
                    <a:pt x="8358" y="755595"/>
                  </a:lnTo>
                  <a:lnTo>
                    <a:pt x="0" y="71352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262916" y="1325156"/>
              <a:ext cx="5487035" cy="823594"/>
            </a:xfrm>
            <a:custGeom>
              <a:avLst/>
              <a:gdLst/>
              <a:ahLst/>
              <a:cxnLst/>
              <a:rect l="l" t="t" r="r" b="b"/>
              <a:pathLst>
                <a:path w="5487034" h="823594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713524"/>
                  </a:lnTo>
                  <a:lnTo>
                    <a:pt x="939" y="727954"/>
                  </a:lnTo>
                  <a:lnTo>
                    <a:pt x="14770" y="768603"/>
                  </a:lnTo>
                  <a:lnTo>
                    <a:pt x="22686" y="780317"/>
                  </a:lnTo>
                  <a:lnTo>
                    <a:pt x="22788" y="780467"/>
                  </a:lnTo>
                  <a:lnTo>
                    <a:pt x="55079" y="808558"/>
                  </a:lnTo>
                  <a:lnTo>
                    <a:pt x="95379" y="822388"/>
                  </a:lnTo>
                  <a:lnTo>
                    <a:pt x="109804" y="823328"/>
                  </a:lnTo>
                  <a:lnTo>
                    <a:pt x="5376964" y="823328"/>
                  </a:lnTo>
                  <a:lnTo>
                    <a:pt x="5419035" y="814970"/>
                  </a:lnTo>
                  <a:lnTo>
                    <a:pt x="5454537" y="791148"/>
                  </a:lnTo>
                  <a:lnTo>
                    <a:pt x="5478334" y="755595"/>
                  </a:lnTo>
                  <a:lnTo>
                    <a:pt x="5486768" y="713524"/>
                  </a:lnTo>
                  <a:lnTo>
                    <a:pt x="5486745" y="109804"/>
                  </a:lnTo>
                  <a:lnTo>
                    <a:pt x="5478410" y="68095"/>
                  </a:lnTo>
                  <a:lnTo>
                    <a:pt x="5454543" y="32535"/>
                  </a:lnTo>
                  <a:lnTo>
                    <a:pt x="5418885" y="8721"/>
                  </a:lnTo>
                  <a:lnTo>
                    <a:pt x="53769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62916" y="1325156"/>
              <a:ext cx="5487035" cy="823594"/>
            </a:xfrm>
            <a:custGeom>
              <a:avLst/>
              <a:gdLst/>
              <a:ahLst/>
              <a:cxnLst/>
              <a:rect l="l" t="t" r="r" b="b"/>
              <a:pathLst>
                <a:path w="5487034" h="823594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376964" y="368"/>
                  </a:lnTo>
                  <a:lnTo>
                    <a:pt x="5418885" y="8721"/>
                  </a:lnTo>
                  <a:lnTo>
                    <a:pt x="5454543" y="32535"/>
                  </a:lnTo>
                  <a:lnTo>
                    <a:pt x="5478410" y="68095"/>
                  </a:lnTo>
                  <a:lnTo>
                    <a:pt x="5486768" y="110159"/>
                  </a:lnTo>
                  <a:lnTo>
                    <a:pt x="5486768" y="713524"/>
                  </a:lnTo>
                  <a:lnTo>
                    <a:pt x="5485828" y="727948"/>
                  </a:lnTo>
                  <a:lnTo>
                    <a:pt x="5483031" y="741967"/>
                  </a:lnTo>
                  <a:lnTo>
                    <a:pt x="5463985" y="780317"/>
                  </a:lnTo>
                  <a:lnTo>
                    <a:pt x="5432044" y="808558"/>
                  </a:lnTo>
                  <a:lnTo>
                    <a:pt x="5391394" y="822388"/>
                  </a:lnTo>
                  <a:lnTo>
                    <a:pt x="5376964" y="823328"/>
                  </a:lnTo>
                  <a:lnTo>
                    <a:pt x="109804" y="823328"/>
                  </a:lnTo>
                  <a:lnTo>
                    <a:pt x="67882" y="814970"/>
                  </a:lnTo>
                  <a:lnTo>
                    <a:pt x="32224" y="791148"/>
                  </a:lnTo>
                  <a:lnTo>
                    <a:pt x="8358" y="755595"/>
                  </a:lnTo>
                  <a:lnTo>
                    <a:pt x="0" y="71352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446519" y="1499400"/>
              <a:ext cx="475615" cy="476250"/>
            </a:xfrm>
            <a:custGeom>
              <a:avLst/>
              <a:gdLst/>
              <a:ahLst/>
              <a:cxnLst/>
              <a:rect l="l" t="t" r="r" b="b"/>
              <a:pathLst>
                <a:path w="475615" h="476250">
                  <a:moveTo>
                    <a:pt x="237959" y="0"/>
                  </a:moveTo>
                  <a:lnTo>
                    <a:pt x="176353" y="8191"/>
                  </a:lnTo>
                  <a:lnTo>
                    <a:pt x="118795" y="32042"/>
                  </a:lnTo>
                  <a:lnTo>
                    <a:pt x="69572" y="69797"/>
                  </a:lnTo>
                  <a:lnTo>
                    <a:pt x="31673" y="119164"/>
                  </a:lnTo>
                  <a:lnTo>
                    <a:pt x="8145" y="176399"/>
                  </a:lnTo>
                  <a:lnTo>
                    <a:pt x="0" y="237959"/>
                  </a:lnTo>
                  <a:lnTo>
                    <a:pt x="2064" y="269076"/>
                  </a:lnTo>
                  <a:lnTo>
                    <a:pt x="18071" y="328881"/>
                  </a:lnTo>
                  <a:lnTo>
                    <a:pt x="49038" y="382771"/>
                  </a:lnTo>
                  <a:lnTo>
                    <a:pt x="92936" y="426569"/>
                  </a:lnTo>
                  <a:lnTo>
                    <a:pt x="146882" y="457692"/>
                  </a:lnTo>
                  <a:lnTo>
                    <a:pt x="206837" y="473849"/>
                  </a:lnTo>
                  <a:lnTo>
                    <a:pt x="237959" y="475919"/>
                  </a:lnTo>
                  <a:lnTo>
                    <a:pt x="268875" y="473849"/>
                  </a:lnTo>
                  <a:lnTo>
                    <a:pt x="328676" y="457692"/>
                  </a:lnTo>
                  <a:lnTo>
                    <a:pt x="382621" y="426569"/>
                  </a:lnTo>
                  <a:lnTo>
                    <a:pt x="426519" y="382771"/>
                  </a:lnTo>
                  <a:lnTo>
                    <a:pt x="457486" y="328881"/>
                  </a:lnTo>
                  <a:lnTo>
                    <a:pt x="473499" y="269076"/>
                  </a:lnTo>
                  <a:lnTo>
                    <a:pt x="475564" y="237959"/>
                  </a:lnTo>
                  <a:lnTo>
                    <a:pt x="473499" y="206842"/>
                  </a:lnTo>
                  <a:lnTo>
                    <a:pt x="457486" y="147037"/>
                  </a:lnTo>
                  <a:lnTo>
                    <a:pt x="426519" y="93147"/>
                  </a:lnTo>
                  <a:lnTo>
                    <a:pt x="382621" y="49350"/>
                  </a:lnTo>
                  <a:lnTo>
                    <a:pt x="328676" y="18227"/>
                  </a:lnTo>
                  <a:lnTo>
                    <a:pt x="268875" y="2070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0642" y="1613509"/>
              <a:ext cx="246964" cy="24696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163536" y="1424520"/>
            <a:ext cx="3820795" cy="67500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500" spc="-30" b="1">
                <a:solidFill>
                  <a:srgbClr val="1E3763"/>
                </a:solidFill>
                <a:latin typeface="Calibri"/>
                <a:cs typeface="Calibri"/>
              </a:rPr>
              <a:t>Two-</a:t>
            </a:r>
            <a:r>
              <a:rPr dirty="0" sz="1500" b="1">
                <a:solidFill>
                  <a:srgbClr val="1E3763"/>
                </a:solidFill>
                <a:latin typeface="Calibri"/>
                <a:cs typeface="Calibri"/>
              </a:rPr>
              <a:t>sided</a:t>
            </a:r>
            <a:r>
              <a:rPr dirty="0" sz="1500" spc="1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500" spc="-25" b="1">
                <a:solidFill>
                  <a:srgbClr val="1E3763"/>
                </a:solidFill>
                <a:latin typeface="Calibri"/>
                <a:cs typeface="Calibri"/>
              </a:rPr>
              <a:t>app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40"/>
              </a:spcBef>
            </a:pP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Separate</a:t>
            </a:r>
            <a:r>
              <a:rPr dirty="0" sz="1150" spc="-3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student</a:t>
            </a:r>
            <a:r>
              <a:rPr dirty="0" sz="1150" spc="-2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and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driver</a:t>
            </a:r>
            <a:r>
              <a:rPr dirty="0" sz="1150" spc="-2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flows</a:t>
            </a:r>
            <a:r>
              <a:rPr dirty="0" sz="1150" spc="-2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for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bookings,</a:t>
            </a:r>
            <a:r>
              <a:rPr dirty="0" sz="1150" spc="-2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verification,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596371"/>
                </a:solidFill>
                <a:latin typeface="Calibri"/>
                <a:cs typeface="Calibri"/>
              </a:rPr>
              <a:t>and 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operations.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256616" y="2251620"/>
            <a:ext cx="5499735" cy="836294"/>
            <a:chOff x="6256616" y="2251620"/>
            <a:chExt cx="5499735" cy="836294"/>
          </a:xfrm>
        </p:grpSpPr>
        <p:sp>
          <p:nvSpPr>
            <p:cNvPr id="23" name="object 23"/>
            <p:cNvSpPr/>
            <p:nvPr/>
          </p:nvSpPr>
          <p:spPr>
            <a:xfrm>
              <a:off x="6262916" y="2257920"/>
              <a:ext cx="5487035" cy="823594"/>
            </a:xfrm>
            <a:custGeom>
              <a:avLst/>
              <a:gdLst/>
              <a:ahLst/>
              <a:cxnLst/>
              <a:rect l="l" t="t" r="r" b="b"/>
              <a:pathLst>
                <a:path w="5487034" h="823594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376964" y="355"/>
                  </a:lnTo>
                  <a:lnTo>
                    <a:pt x="5418885" y="8713"/>
                  </a:lnTo>
                  <a:lnTo>
                    <a:pt x="5454543" y="32535"/>
                  </a:lnTo>
                  <a:lnTo>
                    <a:pt x="5478410" y="68088"/>
                  </a:lnTo>
                  <a:lnTo>
                    <a:pt x="5486768" y="110159"/>
                  </a:lnTo>
                  <a:lnTo>
                    <a:pt x="5486768" y="713524"/>
                  </a:lnTo>
                  <a:lnTo>
                    <a:pt x="5485828" y="727941"/>
                  </a:lnTo>
                  <a:lnTo>
                    <a:pt x="5483031" y="741956"/>
                  </a:lnTo>
                  <a:lnTo>
                    <a:pt x="5463985" y="780311"/>
                  </a:lnTo>
                  <a:lnTo>
                    <a:pt x="5432044" y="808558"/>
                  </a:lnTo>
                  <a:lnTo>
                    <a:pt x="5391394" y="822375"/>
                  </a:lnTo>
                  <a:lnTo>
                    <a:pt x="5376964" y="823315"/>
                  </a:lnTo>
                  <a:lnTo>
                    <a:pt x="109804" y="823315"/>
                  </a:lnTo>
                  <a:lnTo>
                    <a:pt x="67882" y="814962"/>
                  </a:lnTo>
                  <a:lnTo>
                    <a:pt x="32224" y="791148"/>
                  </a:lnTo>
                  <a:lnTo>
                    <a:pt x="8358" y="755588"/>
                  </a:lnTo>
                  <a:lnTo>
                    <a:pt x="0" y="71352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262916" y="2257920"/>
              <a:ext cx="5487035" cy="823594"/>
            </a:xfrm>
            <a:custGeom>
              <a:avLst/>
              <a:gdLst/>
              <a:ahLst/>
              <a:cxnLst/>
              <a:rect l="l" t="t" r="r" b="b"/>
              <a:pathLst>
                <a:path w="5487034" h="823594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713524"/>
                  </a:lnTo>
                  <a:lnTo>
                    <a:pt x="939" y="727947"/>
                  </a:lnTo>
                  <a:lnTo>
                    <a:pt x="3736" y="742002"/>
                  </a:lnTo>
                  <a:lnTo>
                    <a:pt x="8305" y="755432"/>
                  </a:lnTo>
                  <a:lnTo>
                    <a:pt x="8358" y="755588"/>
                  </a:lnTo>
                  <a:lnTo>
                    <a:pt x="14770" y="768604"/>
                  </a:lnTo>
                  <a:lnTo>
                    <a:pt x="22683" y="780311"/>
                  </a:lnTo>
                  <a:lnTo>
                    <a:pt x="22788" y="780467"/>
                  </a:lnTo>
                  <a:lnTo>
                    <a:pt x="55079" y="808558"/>
                  </a:lnTo>
                  <a:lnTo>
                    <a:pt x="95379" y="822375"/>
                  </a:lnTo>
                  <a:lnTo>
                    <a:pt x="109804" y="823315"/>
                  </a:lnTo>
                  <a:lnTo>
                    <a:pt x="5376964" y="823315"/>
                  </a:lnTo>
                  <a:lnTo>
                    <a:pt x="5419035" y="814962"/>
                  </a:lnTo>
                  <a:lnTo>
                    <a:pt x="5454535" y="791148"/>
                  </a:lnTo>
                  <a:lnTo>
                    <a:pt x="5478332" y="755588"/>
                  </a:lnTo>
                  <a:lnTo>
                    <a:pt x="5486768" y="713524"/>
                  </a:lnTo>
                  <a:lnTo>
                    <a:pt x="5486745" y="109804"/>
                  </a:lnTo>
                  <a:lnTo>
                    <a:pt x="5478410" y="68088"/>
                  </a:lnTo>
                  <a:lnTo>
                    <a:pt x="5454543" y="32535"/>
                  </a:lnTo>
                  <a:lnTo>
                    <a:pt x="5418885" y="8713"/>
                  </a:lnTo>
                  <a:lnTo>
                    <a:pt x="53769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262916" y="2257920"/>
              <a:ext cx="5487035" cy="823594"/>
            </a:xfrm>
            <a:custGeom>
              <a:avLst/>
              <a:gdLst/>
              <a:ahLst/>
              <a:cxnLst/>
              <a:rect l="l" t="t" r="r" b="b"/>
              <a:pathLst>
                <a:path w="5487034" h="823594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376964" y="355"/>
                  </a:lnTo>
                  <a:lnTo>
                    <a:pt x="5418885" y="8713"/>
                  </a:lnTo>
                  <a:lnTo>
                    <a:pt x="5454543" y="32535"/>
                  </a:lnTo>
                  <a:lnTo>
                    <a:pt x="5478410" y="68088"/>
                  </a:lnTo>
                  <a:lnTo>
                    <a:pt x="5486768" y="110159"/>
                  </a:lnTo>
                  <a:lnTo>
                    <a:pt x="5486768" y="713524"/>
                  </a:lnTo>
                  <a:lnTo>
                    <a:pt x="5485828" y="727941"/>
                  </a:lnTo>
                  <a:lnTo>
                    <a:pt x="5483031" y="741956"/>
                  </a:lnTo>
                  <a:lnTo>
                    <a:pt x="5463985" y="780311"/>
                  </a:lnTo>
                  <a:lnTo>
                    <a:pt x="5432044" y="808558"/>
                  </a:lnTo>
                  <a:lnTo>
                    <a:pt x="5391394" y="822375"/>
                  </a:lnTo>
                  <a:lnTo>
                    <a:pt x="5376964" y="823315"/>
                  </a:lnTo>
                  <a:lnTo>
                    <a:pt x="109804" y="823315"/>
                  </a:lnTo>
                  <a:lnTo>
                    <a:pt x="67882" y="814962"/>
                  </a:lnTo>
                  <a:lnTo>
                    <a:pt x="32224" y="791148"/>
                  </a:lnTo>
                  <a:lnTo>
                    <a:pt x="8358" y="755588"/>
                  </a:lnTo>
                  <a:lnTo>
                    <a:pt x="0" y="71352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446519" y="243216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53" y="8007"/>
                  </a:lnTo>
                  <a:lnTo>
                    <a:pt x="118795" y="31673"/>
                  </a:lnTo>
                  <a:lnTo>
                    <a:pt x="69572" y="69429"/>
                  </a:lnTo>
                  <a:lnTo>
                    <a:pt x="31673" y="118795"/>
                  </a:lnTo>
                  <a:lnTo>
                    <a:pt x="8145" y="176036"/>
                  </a:lnTo>
                  <a:lnTo>
                    <a:pt x="0" y="237591"/>
                  </a:lnTo>
                  <a:lnTo>
                    <a:pt x="2064" y="268714"/>
                  </a:lnTo>
                  <a:lnTo>
                    <a:pt x="18071" y="328520"/>
                  </a:lnTo>
                  <a:lnTo>
                    <a:pt x="49038" y="382414"/>
                  </a:lnTo>
                  <a:lnTo>
                    <a:pt x="92936" y="426203"/>
                  </a:lnTo>
                  <a:lnTo>
                    <a:pt x="146882" y="457329"/>
                  </a:lnTo>
                  <a:lnTo>
                    <a:pt x="206837" y="473482"/>
                  </a:lnTo>
                  <a:lnTo>
                    <a:pt x="237959" y="475551"/>
                  </a:lnTo>
                  <a:lnTo>
                    <a:pt x="268875" y="473482"/>
                  </a:lnTo>
                  <a:lnTo>
                    <a:pt x="328676" y="457329"/>
                  </a:lnTo>
                  <a:lnTo>
                    <a:pt x="382621" y="426203"/>
                  </a:lnTo>
                  <a:lnTo>
                    <a:pt x="426519" y="382414"/>
                  </a:lnTo>
                  <a:lnTo>
                    <a:pt x="457486" y="328520"/>
                  </a:lnTo>
                  <a:lnTo>
                    <a:pt x="473499" y="268714"/>
                  </a:lnTo>
                  <a:lnTo>
                    <a:pt x="475564" y="237591"/>
                  </a:lnTo>
                  <a:lnTo>
                    <a:pt x="473499" y="206476"/>
                  </a:lnTo>
                  <a:lnTo>
                    <a:pt x="457486" y="146674"/>
                  </a:lnTo>
                  <a:lnTo>
                    <a:pt x="426519" y="92779"/>
                  </a:lnTo>
                  <a:lnTo>
                    <a:pt x="382621" y="48981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0642" y="2545918"/>
              <a:ext cx="246964" cy="24696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163536" y="2357764"/>
            <a:ext cx="4105910" cy="67373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500" b="1">
                <a:solidFill>
                  <a:srgbClr val="1E3763"/>
                </a:solidFill>
                <a:latin typeface="Calibri"/>
                <a:cs typeface="Calibri"/>
              </a:rPr>
              <a:t>Smart</a:t>
            </a:r>
            <a:r>
              <a:rPr dirty="0" sz="1500" spc="-5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3763"/>
                </a:solidFill>
                <a:latin typeface="Calibri"/>
                <a:cs typeface="Calibri"/>
              </a:rPr>
              <a:t>matching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35"/>
              </a:spcBef>
            </a:pP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Pools</a:t>
            </a:r>
            <a:r>
              <a:rPr dirty="0" sz="1150" spc="-2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riders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into</a:t>
            </a:r>
            <a:r>
              <a:rPr dirty="0" sz="1150" spc="-2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autos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already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en</a:t>
            </a:r>
            <a:r>
              <a:rPr dirty="0" sz="1150" spc="-2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route,</a:t>
            </a:r>
            <a:r>
              <a:rPr dirty="0" sz="1150" spc="-2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minimizing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detours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and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596371"/>
                </a:solidFill>
                <a:latin typeface="Calibri"/>
                <a:cs typeface="Calibri"/>
              </a:rPr>
              <a:t>wait 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times.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56616" y="3184384"/>
            <a:ext cx="5499735" cy="836294"/>
            <a:chOff x="6256616" y="3184384"/>
            <a:chExt cx="5499735" cy="836294"/>
          </a:xfrm>
        </p:grpSpPr>
        <p:sp>
          <p:nvSpPr>
            <p:cNvPr id="30" name="object 30"/>
            <p:cNvSpPr/>
            <p:nvPr/>
          </p:nvSpPr>
          <p:spPr>
            <a:xfrm>
              <a:off x="6262916" y="3190684"/>
              <a:ext cx="5487035" cy="823594"/>
            </a:xfrm>
            <a:custGeom>
              <a:avLst/>
              <a:gdLst/>
              <a:ahLst/>
              <a:cxnLst/>
              <a:rect l="l" t="t" r="r" b="b"/>
              <a:pathLst>
                <a:path w="5487034" h="82359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7"/>
                  </a:lnTo>
                  <a:lnTo>
                    <a:pt x="110159" y="0"/>
                  </a:lnTo>
                  <a:lnTo>
                    <a:pt x="5376964" y="355"/>
                  </a:lnTo>
                  <a:lnTo>
                    <a:pt x="5418885" y="8708"/>
                  </a:lnTo>
                  <a:lnTo>
                    <a:pt x="5454543" y="32534"/>
                  </a:lnTo>
                  <a:lnTo>
                    <a:pt x="5478410" y="68088"/>
                  </a:lnTo>
                  <a:lnTo>
                    <a:pt x="5486768" y="110159"/>
                  </a:lnTo>
                  <a:lnTo>
                    <a:pt x="5486768" y="713511"/>
                  </a:lnTo>
                  <a:lnTo>
                    <a:pt x="5485828" y="727936"/>
                  </a:lnTo>
                  <a:lnTo>
                    <a:pt x="5483031" y="741954"/>
                  </a:lnTo>
                  <a:lnTo>
                    <a:pt x="5463985" y="780304"/>
                  </a:lnTo>
                  <a:lnTo>
                    <a:pt x="5432044" y="808558"/>
                  </a:lnTo>
                  <a:lnTo>
                    <a:pt x="5391394" y="822375"/>
                  </a:lnTo>
                  <a:lnTo>
                    <a:pt x="5376964" y="823315"/>
                  </a:lnTo>
                  <a:lnTo>
                    <a:pt x="109804" y="823315"/>
                  </a:lnTo>
                  <a:lnTo>
                    <a:pt x="67882" y="814962"/>
                  </a:lnTo>
                  <a:lnTo>
                    <a:pt x="32224" y="791136"/>
                  </a:lnTo>
                  <a:lnTo>
                    <a:pt x="8358" y="755582"/>
                  </a:lnTo>
                  <a:lnTo>
                    <a:pt x="0" y="713511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262916" y="3190684"/>
              <a:ext cx="5487035" cy="823594"/>
            </a:xfrm>
            <a:custGeom>
              <a:avLst/>
              <a:gdLst/>
              <a:ahLst/>
              <a:cxnLst/>
              <a:rect l="l" t="t" r="r" b="b"/>
              <a:pathLst>
                <a:path w="5487034" h="823595">
                  <a:moveTo>
                    <a:pt x="110159" y="0"/>
                  </a:moveTo>
                  <a:lnTo>
                    <a:pt x="68095" y="8347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713511"/>
                  </a:lnTo>
                  <a:lnTo>
                    <a:pt x="939" y="727941"/>
                  </a:lnTo>
                  <a:lnTo>
                    <a:pt x="14770" y="768591"/>
                  </a:lnTo>
                  <a:lnTo>
                    <a:pt x="43011" y="800538"/>
                  </a:lnTo>
                  <a:lnTo>
                    <a:pt x="81360" y="819580"/>
                  </a:lnTo>
                  <a:lnTo>
                    <a:pt x="109804" y="823315"/>
                  </a:lnTo>
                  <a:lnTo>
                    <a:pt x="5376964" y="823315"/>
                  </a:lnTo>
                  <a:lnTo>
                    <a:pt x="5419035" y="814962"/>
                  </a:lnTo>
                  <a:lnTo>
                    <a:pt x="5454537" y="791136"/>
                  </a:lnTo>
                  <a:lnTo>
                    <a:pt x="5478334" y="755582"/>
                  </a:lnTo>
                  <a:lnTo>
                    <a:pt x="5478410" y="755432"/>
                  </a:lnTo>
                  <a:lnTo>
                    <a:pt x="5483016" y="741999"/>
                  </a:lnTo>
                  <a:lnTo>
                    <a:pt x="5485827" y="727941"/>
                  </a:lnTo>
                  <a:lnTo>
                    <a:pt x="5486768" y="713511"/>
                  </a:lnTo>
                  <a:lnTo>
                    <a:pt x="5486744" y="109791"/>
                  </a:lnTo>
                  <a:lnTo>
                    <a:pt x="5478410" y="68088"/>
                  </a:lnTo>
                  <a:lnTo>
                    <a:pt x="5454543" y="32534"/>
                  </a:lnTo>
                  <a:lnTo>
                    <a:pt x="5418885" y="8708"/>
                  </a:lnTo>
                  <a:lnTo>
                    <a:pt x="53769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262916" y="3190684"/>
              <a:ext cx="5487035" cy="823594"/>
            </a:xfrm>
            <a:custGeom>
              <a:avLst/>
              <a:gdLst/>
              <a:ahLst/>
              <a:cxnLst/>
              <a:rect l="l" t="t" r="r" b="b"/>
              <a:pathLst>
                <a:path w="5487034" h="82359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7"/>
                  </a:lnTo>
                  <a:lnTo>
                    <a:pt x="110159" y="0"/>
                  </a:lnTo>
                  <a:lnTo>
                    <a:pt x="5376964" y="355"/>
                  </a:lnTo>
                  <a:lnTo>
                    <a:pt x="5418885" y="8708"/>
                  </a:lnTo>
                  <a:lnTo>
                    <a:pt x="5454543" y="32534"/>
                  </a:lnTo>
                  <a:lnTo>
                    <a:pt x="5478410" y="68088"/>
                  </a:lnTo>
                  <a:lnTo>
                    <a:pt x="5486768" y="110159"/>
                  </a:lnTo>
                  <a:lnTo>
                    <a:pt x="5486768" y="713511"/>
                  </a:lnTo>
                  <a:lnTo>
                    <a:pt x="5485828" y="727936"/>
                  </a:lnTo>
                  <a:lnTo>
                    <a:pt x="5483031" y="741954"/>
                  </a:lnTo>
                  <a:lnTo>
                    <a:pt x="5463985" y="780304"/>
                  </a:lnTo>
                  <a:lnTo>
                    <a:pt x="5432044" y="808558"/>
                  </a:lnTo>
                  <a:lnTo>
                    <a:pt x="5391394" y="822375"/>
                  </a:lnTo>
                  <a:lnTo>
                    <a:pt x="5376964" y="823315"/>
                  </a:lnTo>
                  <a:lnTo>
                    <a:pt x="109804" y="823315"/>
                  </a:lnTo>
                  <a:lnTo>
                    <a:pt x="67882" y="814962"/>
                  </a:lnTo>
                  <a:lnTo>
                    <a:pt x="32224" y="791136"/>
                  </a:lnTo>
                  <a:lnTo>
                    <a:pt x="8358" y="755582"/>
                  </a:lnTo>
                  <a:lnTo>
                    <a:pt x="0" y="713511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446519" y="3364560"/>
              <a:ext cx="475615" cy="476250"/>
            </a:xfrm>
            <a:custGeom>
              <a:avLst/>
              <a:gdLst/>
              <a:ahLst/>
              <a:cxnLst/>
              <a:rect l="l" t="t" r="r" b="b"/>
              <a:pathLst>
                <a:path w="475615" h="476250">
                  <a:moveTo>
                    <a:pt x="237959" y="0"/>
                  </a:moveTo>
                  <a:lnTo>
                    <a:pt x="176353" y="8191"/>
                  </a:lnTo>
                  <a:lnTo>
                    <a:pt x="118795" y="32042"/>
                  </a:lnTo>
                  <a:lnTo>
                    <a:pt x="69572" y="69797"/>
                  </a:lnTo>
                  <a:lnTo>
                    <a:pt x="31673" y="119164"/>
                  </a:lnTo>
                  <a:lnTo>
                    <a:pt x="8145" y="176399"/>
                  </a:lnTo>
                  <a:lnTo>
                    <a:pt x="0" y="237959"/>
                  </a:lnTo>
                  <a:lnTo>
                    <a:pt x="2064" y="269076"/>
                  </a:lnTo>
                  <a:lnTo>
                    <a:pt x="18071" y="328881"/>
                  </a:lnTo>
                  <a:lnTo>
                    <a:pt x="49038" y="382771"/>
                  </a:lnTo>
                  <a:lnTo>
                    <a:pt x="92936" y="426569"/>
                  </a:lnTo>
                  <a:lnTo>
                    <a:pt x="146882" y="457692"/>
                  </a:lnTo>
                  <a:lnTo>
                    <a:pt x="206837" y="473849"/>
                  </a:lnTo>
                  <a:lnTo>
                    <a:pt x="237959" y="475919"/>
                  </a:lnTo>
                  <a:lnTo>
                    <a:pt x="268875" y="473849"/>
                  </a:lnTo>
                  <a:lnTo>
                    <a:pt x="328676" y="457692"/>
                  </a:lnTo>
                  <a:lnTo>
                    <a:pt x="382621" y="426569"/>
                  </a:lnTo>
                  <a:lnTo>
                    <a:pt x="426519" y="382771"/>
                  </a:lnTo>
                  <a:lnTo>
                    <a:pt x="457486" y="328881"/>
                  </a:lnTo>
                  <a:lnTo>
                    <a:pt x="473499" y="269076"/>
                  </a:lnTo>
                  <a:lnTo>
                    <a:pt x="475564" y="237959"/>
                  </a:lnTo>
                  <a:lnTo>
                    <a:pt x="473499" y="206842"/>
                  </a:lnTo>
                  <a:lnTo>
                    <a:pt x="457486" y="147037"/>
                  </a:lnTo>
                  <a:lnTo>
                    <a:pt x="426519" y="93147"/>
                  </a:lnTo>
                  <a:lnTo>
                    <a:pt x="382621" y="49350"/>
                  </a:lnTo>
                  <a:lnTo>
                    <a:pt x="328676" y="18227"/>
                  </a:lnTo>
                  <a:lnTo>
                    <a:pt x="268875" y="2070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0642" y="3478669"/>
              <a:ext cx="246964" cy="246964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7163536" y="3290528"/>
            <a:ext cx="4361180" cy="67373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500" b="1">
                <a:solidFill>
                  <a:srgbClr val="1E3763"/>
                </a:solidFill>
                <a:latin typeface="Calibri"/>
                <a:cs typeface="Calibri"/>
              </a:rPr>
              <a:t>One</a:t>
            </a:r>
            <a:r>
              <a:rPr dirty="0" sz="1500" spc="-2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3763"/>
                </a:solidFill>
                <a:latin typeface="Calibri"/>
                <a:cs typeface="Calibri"/>
              </a:rPr>
              <a:t>codebase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35"/>
              </a:spcBef>
            </a:pP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Dart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+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Flutter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compiles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to</a:t>
            </a:r>
            <a:r>
              <a:rPr dirty="0" sz="1150" spc="-3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Android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and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web,</a:t>
            </a:r>
            <a:r>
              <a:rPr dirty="0" sz="1150" spc="-3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simplifying</a:t>
            </a:r>
            <a:r>
              <a:rPr dirty="0" sz="1150" spc="-3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maintenance</a:t>
            </a:r>
            <a:r>
              <a:rPr dirty="0" sz="1150" spc="-25">
                <a:solidFill>
                  <a:srgbClr val="596371"/>
                </a:solidFill>
                <a:latin typeface="Calibri"/>
                <a:cs typeface="Calibri"/>
              </a:rPr>
              <a:t> and 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releases.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Campus</a:t>
            </a:r>
            <a:r>
              <a:rPr dirty="0" spc="-25"/>
              <a:t> </a:t>
            </a:r>
            <a:r>
              <a:rPr dirty="0"/>
              <a:t>Ride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Auto-</a:t>
            </a:r>
            <a:r>
              <a:rPr dirty="0" spc="-10"/>
              <a:t>Booking</a:t>
            </a:r>
            <a:r>
              <a:rPr dirty="0" spc="-20"/>
              <a:t> Platform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Thapar</a:t>
            </a:r>
            <a:r>
              <a:rPr dirty="0" spc="-15"/>
              <a:t> </a:t>
            </a:r>
            <a:r>
              <a:rPr dirty="0" spc="-10"/>
              <a:t>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943" y="124129"/>
            <a:ext cx="527050" cy="90043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420"/>
              </a:spcBef>
            </a:pPr>
            <a:r>
              <a:rPr dirty="0" sz="2600" spc="-370" b="1">
                <a:solidFill>
                  <a:srgbClr val="FFFFFF"/>
                </a:solidFill>
                <a:latin typeface="Times New Roman"/>
                <a:cs typeface="Times New Roman"/>
              </a:rPr>
              <a:t>CR</a:t>
            </a:r>
            <a:endParaRPr sz="2600">
              <a:latin typeface="Times New Roman"/>
              <a:cs typeface="Times New Roman"/>
            </a:endParaRPr>
          </a:p>
          <a:p>
            <a:pPr marL="106680" marR="5080" indent="-94615">
              <a:lnSpc>
                <a:spcPct val="112200"/>
              </a:lnSpc>
              <a:spcBef>
                <a:spcPts val="290"/>
              </a:spcBef>
            </a:pP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C</a:t>
            </a:r>
            <a:r>
              <a:rPr dirty="0" sz="800" spc="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A</a:t>
            </a:r>
            <a:r>
              <a:rPr dirty="0" sz="800" spc="2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M</a:t>
            </a:r>
            <a:r>
              <a:rPr dirty="0" sz="800" spc="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P</a:t>
            </a:r>
            <a:r>
              <a:rPr dirty="0" sz="800" spc="2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U</a:t>
            </a:r>
            <a:r>
              <a:rPr dirty="0" sz="800" spc="1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1C04D"/>
                </a:solidFill>
                <a:latin typeface="Calibri"/>
                <a:cs typeface="Calibri"/>
              </a:rPr>
              <a:t>S</a:t>
            </a:r>
            <a:r>
              <a:rPr dirty="0" sz="800" spc="50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R</a:t>
            </a:r>
            <a:r>
              <a:rPr dirty="0" sz="800" spc="9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I</a:t>
            </a:r>
            <a:r>
              <a:rPr dirty="0" sz="800" spc="114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D</a:t>
            </a:r>
            <a:r>
              <a:rPr dirty="0" sz="800" spc="1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60" b="1">
                <a:solidFill>
                  <a:srgbClr val="F1C04D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554664" y="248944"/>
            <a:ext cx="1339215" cy="799465"/>
            <a:chOff x="10554664" y="248944"/>
            <a:chExt cx="1339215" cy="799465"/>
          </a:xfrm>
        </p:grpSpPr>
        <p:sp>
          <p:nvSpPr>
            <p:cNvPr id="4" name="object 4"/>
            <p:cNvSpPr/>
            <p:nvPr/>
          </p:nvSpPr>
          <p:spPr>
            <a:xfrm>
              <a:off x="10560964" y="255244"/>
              <a:ext cx="1326515" cy="786765"/>
            </a:xfrm>
            <a:custGeom>
              <a:avLst/>
              <a:gdLst/>
              <a:ahLst/>
              <a:cxnLst/>
              <a:rect l="l" t="t" r="r" b="b"/>
              <a:pathLst>
                <a:path w="1326515" h="78676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695159"/>
                  </a:lnTo>
                  <a:lnTo>
                    <a:pt x="798" y="707159"/>
                  </a:lnTo>
                  <a:lnTo>
                    <a:pt x="18830" y="750916"/>
                  </a:lnTo>
                  <a:lnTo>
                    <a:pt x="56505" y="779607"/>
                  </a:lnTo>
                  <a:lnTo>
                    <a:pt x="91440" y="786599"/>
                  </a:lnTo>
                  <a:lnTo>
                    <a:pt x="1234795" y="786599"/>
                  </a:lnTo>
                  <a:lnTo>
                    <a:pt x="1280515" y="774357"/>
                  </a:lnTo>
                  <a:lnTo>
                    <a:pt x="1313992" y="740879"/>
                  </a:lnTo>
                  <a:lnTo>
                    <a:pt x="1326235" y="695159"/>
                  </a:lnTo>
                  <a:lnTo>
                    <a:pt x="1326211" y="91440"/>
                  </a:lnTo>
                  <a:lnTo>
                    <a:pt x="1313992" y="46075"/>
                  </a:lnTo>
                  <a:lnTo>
                    <a:pt x="1280515" y="12598"/>
                  </a:lnTo>
                  <a:lnTo>
                    <a:pt x="123479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3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560964" y="255244"/>
              <a:ext cx="1326515" cy="786765"/>
            </a:xfrm>
            <a:custGeom>
              <a:avLst/>
              <a:gdLst/>
              <a:ahLst/>
              <a:cxnLst/>
              <a:rect l="l" t="t" r="r" b="b"/>
              <a:pathLst>
                <a:path w="1326515" h="78676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1234795" y="355"/>
                  </a:lnTo>
                  <a:lnTo>
                    <a:pt x="1280515" y="12598"/>
                  </a:lnTo>
                  <a:lnTo>
                    <a:pt x="1313992" y="46075"/>
                  </a:lnTo>
                  <a:lnTo>
                    <a:pt x="1326235" y="91795"/>
                  </a:lnTo>
                  <a:lnTo>
                    <a:pt x="1326235" y="695159"/>
                  </a:lnTo>
                  <a:lnTo>
                    <a:pt x="1325437" y="707159"/>
                  </a:lnTo>
                  <a:lnTo>
                    <a:pt x="1323086" y="718824"/>
                  </a:lnTo>
                  <a:lnTo>
                    <a:pt x="1299554" y="759909"/>
                  </a:lnTo>
                  <a:lnTo>
                    <a:pt x="1258465" y="783445"/>
                  </a:lnTo>
                  <a:lnTo>
                    <a:pt x="1234795" y="786599"/>
                  </a:lnTo>
                  <a:lnTo>
                    <a:pt x="91440" y="786599"/>
                  </a:lnTo>
                  <a:lnTo>
                    <a:pt x="45720" y="774357"/>
                  </a:lnTo>
                  <a:lnTo>
                    <a:pt x="12230" y="740879"/>
                  </a:lnTo>
                  <a:lnTo>
                    <a:pt x="0" y="695159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D5DD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638256" y="493813"/>
            <a:ext cx="97726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E3763"/>
                </a:solidFill>
                <a:latin typeface="Calibri"/>
                <a:cs typeface="Calibri"/>
              </a:rPr>
              <a:t>THAPAR</a:t>
            </a:r>
            <a:endParaRPr sz="1200">
              <a:latin typeface="Calibri"/>
              <a:cs typeface="Calibri"/>
            </a:endParaRPr>
          </a:p>
          <a:p>
            <a:pPr marL="207645">
              <a:lnSpc>
                <a:spcPts val="810"/>
              </a:lnSpc>
            </a:pPr>
            <a:r>
              <a:rPr dirty="0" sz="700" spc="-10" b="1">
                <a:solidFill>
                  <a:srgbClr val="4371A7"/>
                </a:solidFill>
                <a:latin typeface="Calibri"/>
                <a:cs typeface="Calibri"/>
              </a:rPr>
              <a:t>PROJECT</a:t>
            </a:r>
            <a:r>
              <a:rPr dirty="0" sz="700" spc="-20" b="1">
                <a:solidFill>
                  <a:srgbClr val="4371A7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4371A7"/>
                </a:solidFill>
                <a:latin typeface="Calibri"/>
                <a:cs typeface="Calibri"/>
              </a:rPr>
              <a:t>SHOWCASE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17295">
              <a:lnSpc>
                <a:spcPct val="100000"/>
              </a:lnSpc>
              <a:spcBef>
                <a:spcPts val="95"/>
              </a:spcBef>
            </a:pPr>
            <a:r>
              <a:rPr dirty="0" spc="-315"/>
              <a:t>PROBLEM</a:t>
            </a:r>
            <a:r>
              <a:rPr dirty="0" spc="-100"/>
              <a:t> </a:t>
            </a:r>
            <a:r>
              <a:rPr dirty="0" spc="-390"/>
              <a:t>STATEMENT</a:t>
            </a:r>
          </a:p>
        </p:txBody>
      </p:sp>
      <p:sp>
        <p:nvSpPr>
          <p:cNvPr id="8" name="object 8"/>
          <p:cNvSpPr/>
          <p:nvPr/>
        </p:nvSpPr>
        <p:spPr>
          <a:xfrm>
            <a:off x="-355" y="6455155"/>
            <a:ext cx="12192000" cy="402590"/>
          </a:xfrm>
          <a:custGeom>
            <a:avLst/>
            <a:gdLst/>
            <a:ahLst/>
            <a:cxnLst/>
            <a:rect l="l" t="t" r="r" b="b"/>
            <a:pathLst>
              <a:path w="12192000" h="402590">
                <a:moveTo>
                  <a:pt x="12191390" y="0"/>
                </a:moveTo>
                <a:lnTo>
                  <a:pt x="0" y="0"/>
                </a:lnTo>
                <a:lnTo>
                  <a:pt x="0" y="402120"/>
                </a:lnTo>
                <a:lnTo>
                  <a:pt x="6095873" y="402120"/>
                </a:lnTo>
                <a:lnTo>
                  <a:pt x="12191390" y="402120"/>
                </a:lnTo>
                <a:lnTo>
                  <a:pt x="12191390" y="0"/>
                </a:lnTo>
                <a:close/>
              </a:path>
            </a:pathLst>
          </a:custGeom>
          <a:solidFill>
            <a:srgbClr val="1E376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404824" y="1227784"/>
            <a:ext cx="11397615" cy="1064895"/>
            <a:chOff x="404824" y="1227784"/>
            <a:chExt cx="11397615" cy="1064895"/>
          </a:xfrm>
        </p:grpSpPr>
        <p:sp>
          <p:nvSpPr>
            <p:cNvPr id="10" name="object 10"/>
            <p:cNvSpPr/>
            <p:nvPr/>
          </p:nvSpPr>
          <p:spPr>
            <a:xfrm>
              <a:off x="411124" y="1234084"/>
              <a:ext cx="11384915" cy="1052195"/>
            </a:xfrm>
            <a:custGeom>
              <a:avLst/>
              <a:gdLst/>
              <a:ahLst/>
              <a:cxnLst/>
              <a:rect l="l" t="t" r="r" b="b"/>
              <a:pathLst>
                <a:path w="11384915" h="105219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942111"/>
                  </a:lnTo>
                  <a:lnTo>
                    <a:pt x="939" y="956541"/>
                  </a:lnTo>
                  <a:lnTo>
                    <a:pt x="14757" y="997191"/>
                  </a:lnTo>
                  <a:lnTo>
                    <a:pt x="22674" y="1008904"/>
                  </a:lnTo>
                  <a:lnTo>
                    <a:pt x="22775" y="1009054"/>
                  </a:lnTo>
                  <a:lnTo>
                    <a:pt x="55079" y="1037158"/>
                  </a:lnTo>
                  <a:lnTo>
                    <a:pt x="95374" y="1050975"/>
                  </a:lnTo>
                  <a:lnTo>
                    <a:pt x="109791" y="1051915"/>
                  </a:lnTo>
                  <a:lnTo>
                    <a:pt x="11274831" y="1051915"/>
                  </a:lnTo>
                  <a:lnTo>
                    <a:pt x="11316902" y="1043562"/>
                  </a:lnTo>
                  <a:lnTo>
                    <a:pt x="11352406" y="1019736"/>
                  </a:lnTo>
                  <a:lnTo>
                    <a:pt x="11376207" y="984182"/>
                  </a:lnTo>
                  <a:lnTo>
                    <a:pt x="11384635" y="942111"/>
                  </a:lnTo>
                  <a:lnTo>
                    <a:pt x="11384611" y="109791"/>
                  </a:lnTo>
                  <a:lnTo>
                    <a:pt x="11376282" y="68088"/>
                  </a:lnTo>
                  <a:lnTo>
                    <a:pt x="11352412" y="32534"/>
                  </a:lnTo>
                  <a:lnTo>
                    <a:pt x="11316752" y="8708"/>
                  </a:lnTo>
                  <a:lnTo>
                    <a:pt x="1127483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E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11124" y="1234084"/>
              <a:ext cx="11384915" cy="1052195"/>
            </a:xfrm>
            <a:custGeom>
              <a:avLst/>
              <a:gdLst/>
              <a:ahLst/>
              <a:cxnLst/>
              <a:rect l="l" t="t" r="r" b="b"/>
              <a:pathLst>
                <a:path w="11384915" h="105219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1274831" y="355"/>
                  </a:lnTo>
                  <a:lnTo>
                    <a:pt x="11316752" y="8708"/>
                  </a:lnTo>
                  <a:lnTo>
                    <a:pt x="11352412" y="32534"/>
                  </a:lnTo>
                  <a:lnTo>
                    <a:pt x="11376282" y="68088"/>
                  </a:lnTo>
                  <a:lnTo>
                    <a:pt x="11384635" y="110159"/>
                  </a:lnTo>
                  <a:lnTo>
                    <a:pt x="11384635" y="942111"/>
                  </a:lnTo>
                  <a:lnTo>
                    <a:pt x="11383695" y="956536"/>
                  </a:lnTo>
                  <a:lnTo>
                    <a:pt x="11380900" y="970554"/>
                  </a:lnTo>
                  <a:lnTo>
                    <a:pt x="11361858" y="1008904"/>
                  </a:lnTo>
                  <a:lnTo>
                    <a:pt x="11329911" y="1037158"/>
                  </a:lnTo>
                  <a:lnTo>
                    <a:pt x="11289261" y="1050975"/>
                  </a:lnTo>
                  <a:lnTo>
                    <a:pt x="11274831" y="1051915"/>
                  </a:lnTo>
                  <a:lnTo>
                    <a:pt x="109791" y="1051915"/>
                  </a:lnTo>
                  <a:lnTo>
                    <a:pt x="67882" y="1043562"/>
                  </a:lnTo>
                  <a:lnTo>
                    <a:pt x="32213" y="1019736"/>
                  </a:lnTo>
                  <a:lnTo>
                    <a:pt x="8352" y="984182"/>
                  </a:lnTo>
                  <a:lnTo>
                    <a:pt x="0" y="942111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1E37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63104" y="1495983"/>
            <a:ext cx="1007300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9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Autos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often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queue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central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dispatch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point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students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wait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hostels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stops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elsewhere.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5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campus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enough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vehicles overall,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visibility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drivers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wait</a:t>
            </a:r>
            <a:r>
              <a:rPr dirty="0" sz="15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idle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fixed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queue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demand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spikes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elsewhere.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4456" y="2507944"/>
            <a:ext cx="3670935" cy="3442335"/>
            <a:chOff x="404456" y="2507944"/>
            <a:chExt cx="3670935" cy="3442335"/>
          </a:xfrm>
        </p:grpSpPr>
        <p:sp>
          <p:nvSpPr>
            <p:cNvPr id="14" name="object 14"/>
            <p:cNvSpPr/>
            <p:nvPr/>
          </p:nvSpPr>
          <p:spPr>
            <a:xfrm>
              <a:off x="410756" y="2514244"/>
              <a:ext cx="3658235" cy="3429635"/>
            </a:xfrm>
            <a:custGeom>
              <a:avLst/>
              <a:gdLst/>
              <a:ahLst/>
              <a:cxnLst/>
              <a:rect l="l" t="t" r="r" b="b"/>
              <a:pathLst>
                <a:path w="3658235" h="342963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3319551"/>
                  </a:lnTo>
                  <a:lnTo>
                    <a:pt x="939" y="3333981"/>
                  </a:lnTo>
                  <a:lnTo>
                    <a:pt x="3736" y="3348039"/>
                  </a:lnTo>
                  <a:lnTo>
                    <a:pt x="8307" y="3361472"/>
                  </a:lnTo>
                  <a:lnTo>
                    <a:pt x="8358" y="3361622"/>
                  </a:lnTo>
                  <a:lnTo>
                    <a:pt x="14770" y="3374631"/>
                  </a:lnTo>
                  <a:lnTo>
                    <a:pt x="22686" y="3386344"/>
                  </a:lnTo>
                  <a:lnTo>
                    <a:pt x="22788" y="3386494"/>
                  </a:lnTo>
                  <a:lnTo>
                    <a:pt x="55079" y="3414598"/>
                  </a:lnTo>
                  <a:lnTo>
                    <a:pt x="95379" y="3428415"/>
                  </a:lnTo>
                  <a:lnTo>
                    <a:pt x="109804" y="3429355"/>
                  </a:lnTo>
                  <a:lnTo>
                    <a:pt x="3548164" y="3429355"/>
                  </a:lnTo>
                  <a:lnTo>
                    <a:pt x="3590235" y="3421002"/>
                  </a:lnTo>
                  <a:lnTo>
                    <a:pt x="3625737" y="3397176"/>
                  </a:lnTo>
                  <a:lnTo>
                    <a:pt x="3649534" y="3361622"/>
                  </a:lnTo>
                  <a:lnTo>
                    <a:pt x="3657968" y="3319551"/>
                  </a:lnTo>
                  <a:lnTo>
                    <a:pt x="3657944" y="109791"/>
                  </a:lnTo>
                  <a:lnTo>
                    <a:pt x="3649610" y="68088"/>
                  </a:lnTo>
                  <a:lnTo>
                    <a:pt x="3625743" y="32534"/>
                  </a:lnTo>
                  <a:lnTo>
                    <a:pt x="3590085" y="8708"/>
                  </a:lnTo>
                  <a:lnTo>
                    <a:pt x="35481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10756" y="2514244"/>
              <a:ext cx="3658235" cy="3429635"/>
            </a:xfrm>
            <a:custGeom>
              <a:avLst/>
              <a:gdLst/>
              <a:ahLst/>
              <a:cxnLst/>
              <a:rect l="l" t="t" r="r" b="b"/>
              <a:pathLst>
                <a:path w="3658235" h="342963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548164" y="355"/>
                  </a:lnTo>
                  <a:lnTo>
                    <a:pt x="3590085" y="8708"/>
                  </a:lnTo>
                  <a:lnTo>
                    <a:pt x="3625743" y="32534"/>
                  </a:lnTo>
                  <a:lnTo>
                    <a:pt x="3649610" y="68088"/>
                  </a:lnTo>
                  <a:lnTo>
                    <a:pt x="3657968" y="110159"/>
                  </a:lnTo>
                  <a:lnTo>
                    <a:pt x="3657968" y="3319551"/>
                  </a:lnTo>
                  <a:lnTo>
                    <a:pt x="3657028" y="3333976"/>
                  </a:lnTo>
                  <a:lnTo>
                    <a:pt x="3654231" y="3347994"/>
                  </a:lnTo>
                  <a:lnTo>
                    <a:pt x="3635185" y="3386344"/>
                  </a:lnTo>
                  <a:lnTo>
                    <a:pt x="3603243" y="3414598"/>
                  </a:lnTo>
                  <a:lnTo>
                    <a:pt x="3562594" y="3428415"/>
                  </a:lnTo>
                  <a:lnTo>
                    <a:pt x="3548164" y="3429355"/>
                  </a:lnTo>
                  <a:lnTo>
                    <a:pt x="109804" y="3429355"/>
                  </a:lnTo>
                  <a:lnTo>
                    <a:pt x="67882" y="3421002"/>
                  </a:lnTo>
                  <a:lnTo>
                    <a:pt x="32224" y="3397176"/>
                  </a:lnTo>
                  <a:lnTo>
                    <a:pt x="8358" y="3361622"/>
                  </a:lnTo>
                  <a:lnTo>
                    <a:pt x="0" y="3319551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10756" y="2514244"/>
              <a:ext cx="3658235" cy="3429635"/>
            </a:xfrm>
            <a:custGeom>
              <a:avLst/>
              <a:gdLst/>
              <a:ahLst/>
              <a:cxnLst/>
              <a:rect l="l" t="t" r="r" b="b"/>
              <a:pathLst>
                <a:path w="3658235" h="3429635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3319551"/>
                  </a:lnTo>
                  <a:lnTo>
                    <a:pt x="939" y="3333981"/>
                  </a:lnTo>
                  <a:lnTo>
                    <a:pt x="3736" y="3348039"/>
                  </a:lnTo>
                  <a:lnTo>
                    <a:pt x="8307" y="3361472"/>
                  </a:lnTo>
                  <a:lnTo>
                    <a:pt x="8358" y="3361622"/>
                  </a:lnTo>
                  <a:lnTo>
                    <a:pt x="14770" y="3374631"/>
                  </a:lnTo>
                  <a:lnTo>
                    <a:pt x="22686" y="3386344"/>
                  </a:lnTo>
                  <a:lnTo>
                    <a:pt x="22788" y="3386494"/>
                  </a:lnTo>
                  <a:lnTo>
                    <a:pt x="55079" y="3414598"/>
                  </a:lnTo>
                  <a:lnTo>
                    <a:pt x="95379" y="3428415"/>
                  </a:lnTo>
                  <a:lnTo>
                    <a:pt x="109804" y="3429355"/>
                  </a:lnTo>
                  <a:lnTo>
                    <a:pt x="3548164" y="3429355"/>
                  </a:lnTo>
                  <a:lnTo>
                    <a:pt x="3590235" y="3421002"/>
                  </a:lnTo>
                  <a:lnTo>
                    <a:pt x="3625737" y="3397176"/>
                  </a:lnTo>
                  <a:lnTo>
                    <a:pt x="3649534" y="3361622"/>
                  </a:lnTo>
                  <a:lnTo>
                    <a:pt x="3657968" y="3319551"/>
                  </a:lnTo>
                  <a:lnTo>
                    <a:pt x="3657944" y="109791"/>
                  </a:lnTo>
                  <a:lnTo>
                    <a:pt x="3649610" y="68088"/>
                  </a:lnTo>
                  <a:lnTo>
                    <a:pt x="3625743" y="32534"/>
                  </a:lnTo>
                  <a:lnTo>
                    <a:pt x="3590085" y="8708"/>
                  </a:lnTo>
                  <a:lnTo>
                    <a:pt x="35481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10756" y="2514244"/>
              <a:ext cx="3658235" cy="3429635"/>
            </a:xfrm>
            <a:custGeom>
              <a:avLst/>
              <a:gdLst/>
              <a:ahLst/>
              <a:cxnLst/>
              <a:rect l="l" t="t" r="r" b="b"/>
              <a:pathLst>
                <a:path w="3658235" h="3429635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548164" y="355"/>
                  </a:lnTo>
                  <a:lnTo>
                    <a:pt x="3590085" y="8708"/>
                  </a:lnTo>
                  <a:lnTo>
                    <a:pt x="3625743" y="32534"/>
                  </a:lnTo>
                  <a:lnTo>
                    <a:pt x="3649610" y="68088"/>
                  </a:lnTo>
                  <a:lnTo>
                    <a:pt x="3657968" y="110159"/>
                  </a:lnTo>
                  <a:lnTo>
                    <a:pt x="3657968" y="3319551"/>
                  </a:lnTo>
                  <a:lnTo>
                    <a:pt x="3657028" y="3333976"/>
                  </a:lnTo>
                  <a:lnTo>
                    <a:pt x="3654231" y="3347994"/>
                  </a:lnTo>
                  <a:lnTo>
                    <a:pt x="3635185" y="3386344"/>
                  </a:lnTo>
                  <a:lnTo>
                    <a:pt x="3603243" y="3414598"/>
                  </a:lnTo>
                  <a:lnTo>
                    <a:pt x="3562594" y="3428415"/>
                  </a:lnTo>
                  <a:lnTo>
                    <a:pt x="3548164" y="3429355"/>
                  </a:lnTo>
                  <a:lnTo>
                    <a:pt x="109804" y="3429355"/>
                  </a:lnTo>
                  <a:lnTo>
                    <a:pt x="67882" y="3421002"/>
                  </a:lnTo>
                  <a:lnTo>
                    <a:pt x="32224" y="3397176"/>
                  </a:lnTo>
                  <a:lnTo>
                    <a:pt x="8358" y="3361622"/>
                  </a:lnTo>
                  <a:lnTo>
                    <a:pt x="0" y="3319551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782724" y="2788564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09264" y="2528"/>
                  </a:lnTo>
                  <a:lnTo>
                    <a:pt x="362058" y="10032"/>
                  </a:lnTo>
                  <a:lnTo>
                    <a:pt x="315959" y="22392"/>
                  </a:lnTo>
                  <a:lnTo>
                    <a:pt x="271347" y="39489"/>
                  </a:lnTo>
                  <a:lnTo>
                    <a:pt x="228600" y="61201"/>
                  </a:lnTo>
                  <a:lnTo>
                    <a:pt x="188379" y="87419"/>
                  </a:lnTo>
                  <a:lnTo>
                    <a:pt x="151268" y="117528"/>
                  </a:lnTo>
                  <a:lnTo>
                    <a:pt x="117528" y="151268"/>
                  </a:lnTo>
                  <a:lnTo>
                    <a:pt x="87419" y="188379"/>
                  </a:lnTo>
                  <a:lnTo>
                    <a:pt x="61201" y="228600"/>
                  </a:lnTo>
                  <a:lnTo>
                    <a:pt x="39489" y="271347"/>
                  </a:lnTo>
                  <a:lnTo>
                    <a:pt x="22392" y="315959"/>
                  </a:lnTo>
                  <a:lnTo>
                    <a:pt x="10032" y="362058"/>
                  </a:lnTo>
                  <a:lnTo>
                    <a:pt x="2528" y="409264"/>
                  </a:lnTo>
                  <a:lnTo>
                    <a:pt x="0" y="457200"/>
                  </a:lnTo>
                  <a:lnTo>
                    <a:pt x="2528" y="505130"/>
                  </a:lnTo>
                  <a:lnTo>
                    <a:pt x="10032" y="552336"/>
                  </a:lnTo>
                  <a:lnTo>
                    <a:pt x="22392" y="598436"/>
                  </a:lnTo>
                  <a:lnTo>
                    <a:pt x="39489" y="643051"/>
                  </a:lnTo>
                  <a:lnTo>
                    <a:pt x="61201" y="685800"/>
                  </a:lnTo>
                  <a:lnTo>
                    <a:pt x="87419" y="726019"/>
                  </a:lnTo>
                  <a:lnTo>
                    <a:pt x="117528" y="763127"/>
                  </a:lnTo>
                  <a:lnTo>
                    <a:pt x="151268" y="796865"/>
                  </a:lnTo>
                  <a:lnTo>
                    <a:pt x="188379" y="826975"/>
                  </a:lnTo>
                  <a:lnTo>
                    <a:pt x="228600" y="853198"/>
                  </a:lnTo>
                  <a:lnTo>
                    <a:pt x="271347" y="874906"/>
                  </a:lnTo>
                  <a:lnTo>
                    <a:pt x="315959" y="892001"/>
                  </a:lnTo>
                  <a:lnTo>
                    <a:pt x="362058" y="904363"/>
                  </a:lnTo>
                  <a:lnTo>
                    <a:pt x="409264" y="911870"/>
                  </a:lnTo>
                  <a:lnTo>
                    <a:pt x="457200" y="914400"/>
                  </a:lnTo>
                  <a:lnTo>
                    <a:pt x="505130" y="911870"/>
                  </a:lnTo>
                  <a:lnTo>
                    <a:pt x="552336" y="904363"/>
                  </a:lnTo>
                  <a:lnTo>
                    <a:pt x="598436" y="892001"/>
                  </a:lnTo>
                  <a:lnTo>
                    <a:pt x="643051" y="874906"/>
                  </a:lnTo>
                  <a:lnTo>
                    <a:pt x="685800" y="853198"/>
                  </a:lnTo>
                  <a:lnTo>
                    <a:pt x="726019" y="826975"/>
                  </a:lnTo>
                  <a:lnTo>
                    <a:pt x="763127" y="796865"/>
                  </a:lnTo>
                  <a:lnTo>
                    <a:pt x="796865" y="763127"/>
                  </a:lnTo>
                  <a:lnTo>
                    <a:pt x="826975" y="726019"/>
                  </a:lnTo>
                  <a:lnTo>
                    <a:pt x="853198" y="685800"/>
                  </a:lnTo>
                  <a:lnTo>
                    <a:pt x="874906" y="643051"/>
                  </a:lnTo>
                  <a:lnTo>
                    <a:pt x="892001" y="598436"/>
                  </a:lnTo>
                  <a:lnTo>
                    <a:pt x="904363" y="552336"/>
                  </a:lnTo>
                  <a:lnTo>
                    <a:pt x="911870" y="505130"/>
                  </a:lnTo>
                  <a:lnTo>
                    <a:pt x="914400" y="457200"/>
                  </a:lnTo>
                  <a:lnTo>
                    <a:pt x="911870" y="409264"/>
                  </a:lnTo>
                  <a:lnTo>
                    <a:pt x="904363" y="362058"/>
                  </a:lnTo>
                  <a:lnTo>
                    <a:pt x="892001" y="315959"/>
                  </a:lnTo>
                  <a:lnTo>
                    <a:pt x="874906" y="271347"/>
                  </a:lnTo>
                  <a:lnTo>
                    <a:pt x="853198" y="228600"/>
                  </a:lnTo>
                  <a:lnTo>
                    <a:pt x="826975" y="188379"/>
                  </a:lnTo>
                  <a:lnTo>
                    <a:pt x="796865" y="151268"/>
                  </a:lnTo>
                  <a:lnTo>
                    <a:pt x="763127" y="117528"/>
                  </a:lnTo>
                  <a:lnTo>
                    <a:pt x="726019" y="87419"/>
                  </a:lnTo>
                  <a:lnTo>
                    <a:pt x="685800" y="61201"/>
                  </a:lnTo>
                  <a:lnTo>
                    <a:pt x="643051" y="39489"/>
                  </a:lnTo>
                  <a:lnTo>
                    <a:pt x="598436" y="22392"/>
                  </a:lnTo>
                  <a:lnTo>
                    <a:pt x="552336" y="10032"/>
                  </a:lnTo>
                  <a:lnTo>
                    <a:pt x="505130" y="2528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DBE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2675" y="3008160"/>
              <a:ext cx="475195" cy="47519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068019" y="3865588"/>
            <a:ext cx="2341245" cy="962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1E3763"/>
                </a:solidFill>
                <a:latin typeface="Times New Roman"/>
                <a:cs typeface="Times New Roman"/>
              </a:rPr>
              <a:t>Driver</a:t>
            </a:r>
            <a:r>
              <a:rPr dirty="0" sz="1900" spc="-65" b="1">
                <a:solidFill>
                  <a:srgbClr val="1E3763"/>
                </a:solidFill>
                <a:latin typeface="Times New Roman"/>
                <a:cs typeface="Times New Roman"/>
              </a:rPr>
              <a:t> </a:t>
            </a:r>
            <a:r>
              <a:rPr dirty="0" sz="1900" spc="55" b="1">
                <a:solidFill>
                  <a:srgbClr val="1E3763"/>
                </a:solidFill>
                <a:latin typeface="Times New Roman"/>
                <a:cs typeface="Times New Roman"/>
              </a:rPr>
              <a:t>side</a:t>
            </a:r>
            <a:endParaRPr sz="1900">
              <a:latin typeface="Times New Roman"/>
              <a:cs typeface="Times New Roman"/>
            </a:endParaRPr>
          </a:p>
          <a:p>
            <a:pPr algn="ctr" marL="12700" marR="5080">
              <a:lnSpc>
                <a:spcPct val="114799"/>
              </a:lnSpc>
              <a:spcBef>
                <a:spcPts val="1375"/>
              </a:spcBef>
            </a:pP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Idle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time</a:t>
            </a:r>
            <a:r>
              <a:rPr dirty="0" sz="13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in</a:t>
            </a:r>
            <a:r>
              <a:rPr dirty="0" sz="13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a</a:t>
            </a:r>
            <a:r>
              <a:rPr dirty="0" sz="13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fixed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queue;</a:t>
            </a:r>
            <a:r>
              <a:rPr dirty="0" sz="13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limited visibility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of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live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campus</a:t>
            </a:r>
            <a:r>
              <a:rPr dirty="0" sz="13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demand.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263300" y="2507944"/>
            <a:ext cx="3670935" cy="3442335"/>
            <a:chOff x="4263300" y="2507944"/>
            <a:chExt cx="3670935" cy="3442335"/>
          </a:xfrm>
        </p:grpSpPr>
        <p:sp>
          <p:nvSpPr>
            <p:cNvPr id="22" name="object 22"/>
            <p:cNvSpPr/>
            <p:nvPr/>
          </p:nvSpPr>
          <p:spPr>
            <a:xfrm>
              <a:off x="4269600" y="2514244"/>
              <a:ext cx="3658235" cy="3429635"/>
            </a:xfrm>
            <a:custGeom>
              <a:avLst/>
              <a:gdLst/>
              <a:ahLst/>
              <a:cxnLst/>
              <a:rect l="l" t="t" r="r" b="b"/>
              <a:pathLst>
                <a:path w="3658234" h="3429635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3319551"/>
                  </a:lnTo>
                  <a:lnTo>
                    <a:pt x="939" y="3333981"/>
                  </a:lnTo>
                  <a:lnTo>
                    <a:pt x="14757" y="3374631"/>
                  </a:lnTo>
                  <a:lnTo>
                    <a:pt x="22681" y="3386344"/>
                  </a:lnTo>
                  <a:lnTo>
                    <a:pt x="22783" y="3386494"/>
                  </a:lnTo>
                  <a:lnTo>
                    <a:pt x="55079" y="3414598"/>
                  </a:lnTo>
                  <a:lnTo>
                    <a:pt x="95379" y="3428415"/>
                  </a:lnTo>
                  <a:lnTo>
                    <a:pt x="109804" y="3429355"/>
                  </a:lnTo>
                  <a:lnTo>
                    <a:pt x="3548164" y="3429355"/>
                  </a:lnTo>
                  <a:lnTo>
                    <a:pt x="3590228" y="3421002"/>
                  </a:lnTo>
                  <a:lnTo>
                    <a:pt x="3625737" y="3397176"/>
                  </a:lnTo>
                  <a:lnTo>
                    <a:pt x="3649527" y="3361622"/>
                  </a:lnTo>
                  <a:lnTo>
                    <a:pt x="3657955" y="3319551"/>
                  </a:lnTo>
                  <a:lnTo>
                    <a:pt x="3657931" y="109791"/>
                  </a:lnTo>
                  <a:lnTo>
                    <a:pt x="3649602" y="68088"/>
                  </a:lnTo>
                  <a:lnTo>
                    <a:pt x="3625742" y="32534"/>
                  </a:lnTo>
                  <a:lnTo>
                    <a:pt x="3590072" y="8708"/>
                  </a:lnTo>
                  <a:lnTo>
                    <a:pt x="35481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269600" y="2514244"/>
              <a:ext cx="3658235" cy="3429635"/>
            </a:xfrm>
            <a:custGeom>
              <a:avLst/>
              <a:gdLst/>
              <a:ahLst/>
              <a:cxnLst/>
              <a:rect l="l" t="t" r="r" b="b"/>
              <a:pathLst>
                <a:path w="3658234" h="3429635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48164" y="355"/>
                  </a:lnTo>
                  <a:lnTo>
                    <a:pt x="3590072" y="8708"/>
                  </a:lnTo>
                  <a:lnTo>
                    <a:pt x="3625742" y="32534"/>
                  </a:lnTo>
                  <a:lnTo>
                    <a:pt x="3649602" y="68088"/>
                  </a:lnTo>
                  <a:lnTo>
                    <a:pt x="3657955" y="110159"/>
                  </a:lnTo>
                  <a:lnTo>
                    <a:pt x="3657955" y="3319551"/>
                  </a:lnTo>
                  <a:lnTo>
                    <a:pt x="3657015" y="3333976"/>
                  </a:lnTo>
                  <a:lnTo>
                    <a:pt x="3654220" y="3347994"/>
                  </a:lnTo>
                  <a:lnTo>
                    <a:pt x="3635185" y="3386344"/>
                  </a:lnTo>
                  <a:lnTo>
                    <a:pt x="3603243" y="3414598"/>
                  </a:lnTo>
                  <a:lnTo>
                    <a:pt x="3562587" y="3428415"/>
                  </a:lnTo>
                  <a:lnTo>
                    <a:pt x="3548164" y="3429355"/>
                  </a:lnTo>
                  <a:lnTo>
                    <a:pt x="109804" y="3429355"/>
                  </a:lnTo>
                  <a:lnTo>
                    <a:pt x="67882" y="3421002"/>
                  </a:lnTo>
                  <a:lnTo>
                    <a:pt x="32223" y="3397176"/>
                  </a:lnTo>
                  <a:lnTo>
                    <a:pt x="8352" y="3361622"/>
                  </a:lnTo>
                  <a:lnTo>
                    <a:pt x="0" y="3319551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269600" y="2514244"/>
              <a:ext cx="3658235" cy="3429635"/>
            </a:xfrm>
            <a:custGeom>
              <a:avLst/>
              <a:gdLst/>
              <a:ahLst/>
              <a:cxnLst/>
              <a:rect l="l" t="t" r="r" b="b"/>
              <a:pathLst>
                <a:path w="3658234" h="3429635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3319551"/>
                  </a:lnTo>
                  <a:lnTo>
                    <a:pt x="939" y="3333981"/>
                  </a:lnTo>
                  <a:lnTo>
                    <a:pt x="14757" y="3374631"/>
                  </a:lnTo>
                  <a:lnTo>
                    <a:pt x="22681" y="3386344"/>
                  </a:lnTo>
                  <a:lnTo>
                    <a:pt x="22783" y="3386494"/>
                  </a:lnTo>
                  <a:lnTo>
                    <a:pt x="55079" y="3414598"/>
                  </a:lnTo>
                  <a:lnTo>
                    <a:pt x="95379" y="3428415"/>
                  </a:lnTo>
                  <a:lnTo>
                    <a:pt x="109804" y="3429355"/>
                  </a:lnTo>
                  <a:lnTo>
                    <a:pt x="3548164" y="3429355"/>
                  </a:lnTo>
                  <a:lnTo>
                    <a:pt x="3590228" y="3421002"/>
                  </a:lnTo>
                  <a:lnTo>
                    <a:pt x="3625737" y="3397176"/>
                  </a:lnTo>
                  <a:lnTo>
                    <a:pt x="3649527" y="3361622"/>
                  </a:lnTo>
                  <a:lnTo>
                    <a:pt x="3657955" y="3319551"/>
                  </a:lnTo>
                  <a:lnTo>
                    <a:pt x="3657931" y="109791"/>
                  </a:lnTo>
                  <a:lnTo>
                    <a:pt x="3649602" y="68088"/>
                  </a:lnTo>
                  <a:lnTo>
                    <a:pt x="3625742" y="32534"/>
                  </a:lnTo>
                  <a:lnTo>
                    <a:pt x="3590072" y="8708"/>
                  </a:lnTo>
                  <a:lnTo>
                    <a:pt x="35481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269600" y="2514244"/>
              <a:ext cx="3658235" cy="3429635"/>
            </a:xfrm>
            <a:custGeom>
              <a:avLst/>
              <a:gdLst/>
              <a:ahLst/>
              <a:cxnLst/>
              <a:rect l="l" t="t" r="r" b="b"/>
              <a:pathLst>
                <a:path w="3658234" h="3429635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48164" y="355"/>
                  </a:lnTo>
                  <a:lnTo>
                    <a:pt x="3590072" y="8708"/>
                  </a:lnTo>
                  <a:lnTo>
                    <a:pt x="3625742" y="32534"/>
                  </a:lnTo>
                  <a:lnTo>
                    <a:pt x="3649602" y="68088"/>
                  </a:lnTo>
                  <a:lnTo>
                    <a:pt x="3657955" y="110159"/>
                  </a:lnTo>
                  <a:lnTo>
                    <a:pt x="3657955" y="3319551"/>
                  </a:lnTo>
                  <a:lnTo>
                    <a:pt x="3657015" y="3333976"/>
                  </a:lnTo>
                  <a:lnTo>
                    <a:pt x="3654220" y="3347994"/>
                  </a:lnTo>
                  <a:lnTo>
                    <a:pt x="3635185" y="3386344"/>
                  </a:lnTo>
                  <a:lnTo>
                    <a:pt x="3603243" y="3414598"/>
                  </a:lnTo>
                  <a:lnTo>
                    <a:pt x="3562587" y="3428415"/>
                  </a:lnTo>
                  <a:lnTo>
                    <a:pt x="3548164" y="3429355"/>
                  </a:lnTo>
                  <a:lnTo>
                    <a:pt x="109804" y="3429355"/>
                  </a:lnTo>
                  <a:lnTo>
                    <a:pt x="67882" y="3421002"/>
                  </a:lnTo>
                  <a:lnTo>
                    <a:pt x="32223" y="3397176"/>
                  </a:lnTo>
                  <a:lnTo>
                    <a:pt x="8352" y="3361622"/>
                  </a:lnTo>
                  <a:lnTo>
                    <a:pt x="0" y="3319551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641555" y="2788564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09269" y="2528"/>
                  </a:lnTo>
                  <a:lnTo>
                    <a:pt x="362063" y="10032"/>
                  </a:lnTo>
                  <a:lnTo>
                    <a:pt x="315963" y="22392"/>
                  </a:lnTo>
                  <a:lnTo>
                    <a:pt x="271348" y="39489"/>
                  </a:lnTo>
                  <a:lnTo>
                    <a:pt x="228600" y="61201"/>
                  </a:lnTo>
                  <a:lnTo>
                    <a:pt x="188380" y="87419"/>
                  </a:lnTo>
                  <a:lnTo>
                    <a:pt x="151272" y="117528"/>
                  </a:lnTo>
                  <a:lnTo>
                    <a:pt x="117534" y="151268"/>
                  </a:lnTo>
                  <a:lnTo>
                    <a:pt x="87424" y="188379"/>
                  </a:lnTo>
                  <a:lnTo>
                    <a:pt x="61201" y="228600"/>
                  </a:lnTo>
                  <a:lnTo>
                    <a:pt x="39493" y="271347"/>
                  </a:lnTo>
                  <a:lnTo>
                    <a:pt x="22398" y="315959"/>
                  </a:lnTo>
                  <a:lnTo>
                    <a:pt x="10036" y="362058"/>
                  </a:lnTo>
                  <a:lnTo>
                    <a:pt x="2529" y="409264"/>
                  </a:lnTo>
                  <a:lnTo>
                    <a:pt x="0" y="457200"/>
                  </a:lnTo>
                  <a:lnTo>
                    <a:pt x="2529" y="505130"/>
                  </a:lnTo>
                  <a:lnTo>
                    <a:pt x="10036" y="552336"/>
                  </a:lnTo>
                  <a:lnTo>
                    <a:pt x="22398" y="598436"/>
                  </a:lnTo>
                  <a:lnTo>
                    <a:pt x="39493" y="643051"/>
                  </a:lnTo>
                  <a:lnTo>
                    <a:pt x="61201" y="685800"/>
                  </a:lnTo>
                  <a:lnTo>
                    <a:pt x="87424" y="726019"/>
                  </a:lnTo>
                  <a:lnTo>
                    <a:pt x="117534" y="763127"/>
                  </a:lnTo>
                  <a:lnTo>
                    <a:pt x="151272" y="796865"/>
                  </a:lnTo>
                  <a:lnTo>
                    <a:pt x="188380" y="826975"/>
                  </a:lnTo>
                  <a:lnTo>
                    <a:pt x="228600" y="853198"/>
                  </a:lnTo>
                  <a:lnTo>
                    <a:pt x="271348" y="874906"/>
                  </a:lnTo>
                  <a:lnTo>
                    <a:pt x="315963" y="892001"/>
                  </a:lnTo>
                  <a:lnTo>
                    <a:pt x="362063" y="904363"/>
                  </a:lnTo>
                  <a:lnTo>
                    <a:pt x="409269" y="911870"/>
                  </a:lnTo>
                  <a:lnTo>
                    <a:pt x="457200" y="914400"/>
                  </a:lnTo>
                  <a:lnTo>
                    <a:pt x="505135" y="911870"/>
                  </a:lnTo>
                  <a:lnTo>
                    <a:pt x="552341" y="904363"/>
                  </a:lnTo>
                  <a:lnTo>
                    <a:pt x="598440" y="892001"/>
                  </a:lnTo>
                  <a:lnTo>
                    <a:pt x="643052" y="874906"/>
                  </a:lnTo>
                  <a:lnTo>
                    <a:pt x="685800" y="853198"/>
                  </a:lnTo>
                  <a:lnTo>
                    <a:pt x="726020" y="826975"/>
                  </a:lnTo>
                  <a:lnTo>
                    <a:pt x="763131" y="796865"/>
                  </a:lnTo>
                  <a:lnTo>
                    <a:pt x="796871" y="763127"/>
                  </a:lnTo>
                  <a:lnTo>
                    <a:pt x="826980" y="726019"/>
                  </a:lnTo>
                  <a:lnTo>
                    <a:pt x="853198" y="685800"/>
                  </a:lnTo>
                  <a:lnTo>
                    <a:pt x="874910" y="643051"/>
                  </a:lnTo>
                  <a:lnTo>
                    <a:pt x="892007" y="598436"/>
                  </a:lnTo>
                  <a:lnTo>
                    <a:pt x="904367" y="552336"/>
                  </a:lnTo>
                  <a:lnTo>
                    <a:pt x="911871" y="505130"/>
                  </a:lnTo>
                  <a:lnTo>
                    <a:pt x="914400" y="457200"/>
                  </a:lnTo>
                  <a:lnTo>
                    <a:pt x="911871" y="409264"/>
                  </a:lnTo>
                  <a:lnTo>
                    <a:pt x="904367" y="362058"/>
                  </a:lnTo>
                  <a:lnTo>
                    <a:pt x="892007" y="315959"/>
                  </a:lnTo>
                  <a:lnTo>
                    <a:pt x="874910" y="271347"/>
                  </a:lnTo>
                  <a:lnTo>
                    <a:pt x="853198" y="228600"/>
                  </a:lnTo>
                  <a:lnTo>
                    <a:pt x="826980" y="188379"/>
                  </a:lnTo>
                  <a:lnTo>
                    <a:pt x="796871" y="151268"/>
                  </a:lnTo>
                  <a:lnTo>
                    <a:pt x="763131" y="117528"/>
                  </a:lnTo>
                  <a:lnTo>
                    <a:pt x="726020" y="87419"/>
                  </a:lnTo>
                  <a:lnTo>
                    <a:pt x="685800" y="61201"/>
                  </a:lnTo>
                  <a:lnTo>
                    <a:pt x="643052" y="39489"/>
                  </a:lnTo>
                  <a:lnTo>
                    <a:pt x="598440" y="22392"/>
                  </a:lnTo>
                  <a:lnTo>
                    <a:pt x="552341" y="10032"/>
                  </a:lnTo>
                  <a:lnTo>
                    <a:pt x="505135" y="2528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DBE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1164" y="3008160"/>
              <a:ext cx="475195" cy="47519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755502" y="3865588"/>
            <a:ext cx="2684780" cy="962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1E3763"/>
                </a:solidFill>
                <a:latin typeface="Times New Roman"/>
                <a:cs typeface="Times New Roman"/>
              </a:rPr>
              <a:t>Student</a:t>
            </a:r>
            <a:r>
              <a:rPr dirty="0" sz="1900" spc="140" b="1">
                <a:solidFill>
                  <a:srgbClr val="1E3763"/>
                </a:solidFill>
                <a:latin typeface="Times New Roman"/>
                <a:cs typeface="Times New Roman"/>
              </a:rPr>
              <a:t> </a:t>
            </a:r>
            <a:r>
              <a:rPr dirty="0" sz="1900" spc="50" b="1">
                <a:solidFill>
                  <a:srgbClr val="1E3763"/>
                </a:solidFill>
                <a:latin typeface="Times New Roman"/>
                <a:cs typeface="Times New Roman"/>
              </a:rPr>
              <a:t>side</a:t>
            </a:r>
            <a:endParaRPr sz="1900">
              <a:latin typeface="Times New Roman"/>
              <a:cs typeface="Times New Roman"/>
            </a:endParaRPr>
          </a:p>
          <a:p>
            <a:pPr algn="ctr" marL="12065" marR="5080">
              <a:lnSpc>
                <a:spcPct val="114799"/>
              </a:lnSpc>
              <a:spcBef>
                <a:spcPts val="1375"/>
              </a:spcBef>
            </a:pP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No</a:t>
            </a:r>
            <a:r>
              <a:rPr dirty="0" sz="1350" spc="-5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reliable</a:t>
            </a:r>
            <a:r>
              <a:rPr dirty="0" sz="13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way</a:t>
            </a:r>
            <a:r>
              <a:rPr dirty="0" sz="13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to</a:t>
            </a:r>
            <a:r>
              <a:rPr dirty="0" sz="135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know</a:t>
            </a:r>
            <a:r>
              <a:rPr dirty="0" sz="13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when</a:t>
            </a:r>
            <a:r>
              <a:rPr dirty="0" sz="13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an</a:t>
            </a:r>
            <a:r>
              <a:rPr dirty="0" sz="13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212733"/>
                </a:solidFill>
                <a:latin typeface="Calibri"/>
                <a:cs typeface="Calibri"/>
              </a:rPr>
              <a:t>auto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with</a:t>
            </a:r>
            <a:r>
              <a:rPr dirty="0" sz="13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a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free</a:t>
            </a:r>
            <a:r>
              <a:rPr dirty="0" sz="13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seat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will</a:t>
            </a:r>
            <a:r>
              <a:rPr dirty="0" sz="13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actually</a:t>
            </a:r>
            <a:r>
              <a:rPr dirty="0" sz="13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arrive.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122144" y="2507944"/>
            <a:ext cx="3670935" cy="3442335"/>
            <a:chOff x="8122144" y="2507944"/>
            <a:chExt cx="3670935" cy="3442335"/>
          </a:xfrm>
        </p:grpSpPr>
        <p:sp>
          <p:nvSpPr>
            <p:cNvPr id="30" name="object 30"/>
            <p:cNvSpPr/>
            <p:nvPr/>
          </p:nvSpPr>
          <p:spPr>
            <a:xfrm>
              <a:off x="8128444" y="2514244"/>
              <a:ext cx="3658235" cy="3429635"/>
            </a:xfrm>
            <a:custGeom>
              <a:avLst/>
              <a:gdLst/>
              <a:ahLst/>
              <a:cxnLst/>
              <a:rect l="l" t="t" r="r" b="b"/>
              <a:pathLst>
                <a:path w="3658234" h="342963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3319551"/>
                  </a:lnTo>
                  <a:lnTo>
                    <a:pt x="937" y="3333981"/>
                  </a:lnTo>
                  <a:lnTo>
                    <a:pt x="14757" y="3374631"/>
                  </a:lnTo>
                  <a:lnTo>
                    <a:pt x="22674" y="3386344"/>
                  </a:lnTo>
                  <a:lnTo>
                    <a:pt x="22775" y="3386494"/>
                  </a:lnTo>
                  <a:lnTo>
                    <a:pt x="55079" y="3414598"/>
                  </a:lnTo>
                  <a:lnTo>
                    <a:pt x="95374" y="3428415"/>
                  </a:lnTo>
                  <a:lnTo>
                    <a:pt x="109791" y="3429355"/>
                  </a:lnTo>
                  <a:lnTo>
                    <a:pt x="3548151" y="3429355"/>
                  </a:lnTo>
                  <a:lnTo>
                    <a:pt x="3590222" y="3421002"/>
                  </a:lnTo>
                  <a:lnTo>
                    <a:pt x="3625726" y="3397176"/>
                  </a:lnTo>
                  <a:lnTo>
                    <a:pt x="3649527" y="3361622"/>
                  </a:lnTo>
                  <a:lnTo>
                    <a:pt x="3657955" y="3319551"/>
                  </a:lnTo>
                  <a:lnTo>
                    <a:pt x="3657931" y="109791"/>
                  </a:lnTo>
                  <a:lnTo>
                    <a:pt x="3649602" y="68088"/>
                  </a:lnTo>
                  <a:lnTo>
                    <a:pt x="3625732" y="32534"/>
                  </a:lnTo>
                  <a:lnTo>
                    <a:pt x="3590072" y="8708"/>
                  </a:lnTo>
                  <a:lnTo>
                    <a:pt x="35481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128444" y="2514244"/>
              <a:ext cx="3658235" cy="3429635"/>
            </a:xfrm>
            <a:custGeom>
              <a:avLst/>
              <a:gdLst/>
              <a:ahLst/>
              <a:cxnLst/>
              <a:rect l="l" t="t" r="r" b="b"/>
              <a:pathLst>
                <a:path w="3658234" h="342963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48151" y="355"/>
                  </a:lnTo>
                  <a:lnTo>
                    <a:pt x="3590072" y="8708"/>
                  </a:lnTo>
                  <a:lnTo>
                    <a:pt x="3625732" y="32534"/>
                  </a:lnTo>
                  <a:lnTo>
                    <a:pt x="3649602" y="68088"/>
                  </a:lnTo>
                  <a:lnTo>
                    <a:pt x="3657955" y="110159"/>
                  </a:lnTo>
                  <a:lnTo>
                    <a:pt x="3657955" y="3319551"/>
                  </a:lnTo>
                  <a:lnTo>
                    <a:pt x="3657015" y="3333976"/>
                  </a:lnTo>
                  <a:lnTo>
                    <a:pt x="3654220" y="3347994"/>
                  </a:lnTo>
                  <a:lnTo>
                    <a:pt x="3635178" y="3386344"/>
                  </a:lnTo>
                  <a:lnTo>
                    <a:pt x="3603231" y="3414598"/>
                  </a:lnTo>
                  <a:lnTo>
                    <a:pt x="3562581" y="3428415"/>
                  </a:lnTo>
                  <a:lnTo>
                    <a:pt x="3548151" y="3429355"/>
                  </a:lnTo>
                  <a:lnTo>
                    <a:pt x="109791" y="3429355"/>
                  </a:lnTo>
                  <a:lnTo>
                    <a:pt x="67882" y="3421002"/>
                  </a:lnTo>
                  <a:lnTo>
                    <a:pt x="32213" y="3397176"/>
                  </a:lnTo>
                  <a:lnTo>
                    <a:pt x="8347" y="3361622"/>
                  </a:lnTo>
                  <a:lnTo>
                    <a:pt x="0" y="3319551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128444" y="2514244"/>
              <a:ext cx="3658235" cy="3429635"/>
            </a:xfrm>
            <a:custGeom>
              <a:avLst/>
              <a:gdLst/>
              <a:ahLst/>
              <a:cxnLst/>
              <a:rect l="l" t="t" r="r" b="b"/>
              <a:pathLst>
                <a:path w="3658234" h="342963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3319551"/>
                  </a:lnTo>
                  <a:lnTo>
                    <a:pt x="937" y="3333981"/>
                  </a:lnTo>
                  <a:lnTo>
                    <a:pt x="14757" y="3374631"/>
                  </a:lnTo>
                  <a:lnTo>
                    <a:pt x="22674" y="3386344"/>
                  </a:lnTo>
                  <a:lnTo>
                    <a:pt x="22775" y="3386494"/>
                  </a:lnTo>
                  <a:lnTo>
                    <a:pt x="55079" y="3414598"/>
                  </a:lnTo>
                  <a:lnTo>
                    <a:pt x="95374" y="3428415"/>
                  </a:lnTo>
                  <a:lnTo>
                    <a:pt x="109791" y="3429355"/>
                  </a:lnTo>
                  <a:lnTo>
                    <a:pt x="3548151" y="3429355"/>
                  </a:lnTo>
                  <a:lnTo>
                    <a:pt x="3590222" y="3421002"/>
                  </a:lnTo>
                  <a:lnTo>
                    <a:pt x="3625726" y="3397176"/>
                  </a:lnTo>
                  <a:lnTo>
                    <a:pt x="3649527" y="3361622"/>
                  </a:lnTo>
                  <a:lnTo>
                    <a:pt x="3657955" y="3319551"/>
                  </a:lnTo>
                  <a:lnTo>
                    <a:pt x="3657931" y="109791"/>
                  </a:lnTo>
                  <a:lnTo>
                    <a:pt x="3649602" y="68088"/>
                  </a:lnTo>
                  <a:lnTo>
                    <a:pt x="3625732" y="32534"/>
                  </a:lnTo>
                  <a:lnTo>
                    <a:pt x="3590072" y="8708"/>
                  </a:lnTo>
                  <a:lnTo>
                    <a:pt x="354815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128444" y="2514244"/>
              <a:ext cx="3658235" cy="3429635"/>
            </a:xfrm>
            <a:custGeom>
              <a:avLst/>
              <a:gdLst/>
              <a:ahLst/>
              <a:cxnLst/>
              <a:rect l="l" t="t" r="r" b="b"/>
              <a:pathLst>
                <a:path w="3658234" h="3429635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48151" y="355"/>
                  </a:lnTo>
                  <a:lnTo>
                    <a:pt x="3590072" y="8708"/>
                  </a:lnTo>
                  <a:lnTo>
                    <a:pt x="3625732" y="32534"/>
                  </a:lnTo>
                  <a:lnTo>
                    <a:pt x="3649602" y="68088"/>
                  </a:lnTo>
                  <a:lnTo>
                    <a:pt x="3657955" y="110159"/>
                  </a:lnTo>
                  <a:lnTo>
                    <a:pt x="3657955" y="3319551"/>
                  </a:lnTo>
                  <a:lnTo>
                    <a:pt x="3657015" y="3333976"/>
                  </a:lnTo>
                  <a:lnTo>
                    <a:pt x="3654220" y="3347994"/>
                  </a:lnTo>
                  <a:lnTo>
                    <a:pt x="3635178" y="3386344"/>
                  </a:lnTo>
                  <a:lnTo>
                    <a:pt x="3603231" y="3414598"/>
                  </a:lnTo>
                  <a:lnTo>
                    <a:pt x="3562581" y="3428415"/>
                  </a:lnTo>
                  <a:lnTo>
                    <a:pt x="3548151" y="3429355"/>
                  </a:lnTo>
                  <a:lnTo>
                    <a:pt x="109791" y="3429355"/>
                  </a:lnTo>
                  <a:lnTo>
                    <a:pt x="67882" y="3421002"/>
                  </a:lnTo>
                  <a:lnTo>
                    <a:pt x="32213" y="3397176"/>
                  </a:lnTo>
                  <a:lnTo>
                    <a:pt x="8347" y="3361622"/>
                  </a:lnTo>
                  <a:lnTo>
                    <a:pt x="0" y="3319551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9500400" y="2788564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09269" y="2528"/>
                  </a:lnTo>
                  <a:lnTo>
                    <a:pt x="362063" y="10032"/>
                  </a:lnTo>
                  <a:lnTo>
                    <a:pt x="315963" y="22392"/>
                  </a:lnTo>
                  <a:lnTo>
                    <a:pt x="271348" y="39489"/>
                  </a:lnTo>
                  <a:lnTo>
                    <a:pt x="228600" y="61201"/>
                  </a:lnTo>
                  <a:lnTo>
                    <a:pt x="188380" y="87419"/>
                  </a:lnTo>
                  <a:lnTo>
                    <a:pt x="151272" y="117528"/>
                  </a:lnTo>
                  <a:lnTo>
                    <a:pt x="117534" y="151268"/>
                  </a:lnTo>
                  <a:lnTo>
                    <a:pt x="87424" y="188379"/>
                  </a:lnTo>
                  <a:lnTo>
                    <a:pt x="61201" y="228600"/>
                  </a:lnTo>
                  <a:lnTo>
                    <a:pt x="39489" y="271347"/>
                  </a:lnTo>
                  <a:lnTo>
                    <a:pt x="22392" y="315959"/>
                  </a:lnTo>
                  <a:lnTo>
                    <a:pt x="10032" y="362058"/>
                  </a:lnTo>
                  <a:lnTo>
                    <a:pt x="2528" y="409264"/>
                  </a:lnTo>
                  <a:lnTo>
                    <a:pt x="0" y="457200"/>
                  </a:lnTo>
                  <a:lnTo>
                    <a:pt x="2528" y="505130"/>
                  </a:lnTo>
                  <a:lnTo>
                    <a:pt x="10032" y="552336"/>
                  </a:lnTo>
                  <a:lnTo>
                    <a:pt x="22392" y="598436"/>
                  </a:lnTo>
                  <a:lnTo>
                    <a:pt x="39489" y="643051"/>
                  </a:lnTo>
                  <a:lnTo>
                    <a:pt x="61201" y="685800"/>
                  </a:lnTo>
                  <a:lnTo>
                    <a:pt x="87424" y="726019"/>
                  </a:lnTo>
                  <a:lnTo>
                    <a:pt x="117534" y="763127"/>
                  </a:lnTo>
                  <a:lnTo>
                    <a:pt x="151272" y="796865"/>
                  </a:lnTo>
                  <a:lnTo>
                    <a:pt x="188380" y="826975"/>
                  </a:lnTo>
                  <a:lnTo>
                    <a:pt x="228600" y="853198"/>
                  </a:lnTo>
                  <a:lnTo>
                    <a:pt x="271348" y="874906"/>
                  </a:lnTo>
                  <a:lnTo>
                    <a:pt x="315963" y="892001"/>
                  </a:lnTo>
                  <a:lnTo>
                    <a:pt x="362063" y="904363"/>
                  </a:lnTo>
                  <a:lnTo>
                    <a:pt x="409269" y="911870"/>
                  </a:lnTo>
                  <a:lnTo>
                    <a:pt x="457200" y="914400"/>
                  </a:lnTo>
                  <a:lnTo>
                    <a:pt x="505130" y="911870"/>
                  </a:lnTo>
                  <a:lnTo>
                    <a:pt x="552336" y="904363"/>
                  </a:lnTo>
                  <a:lnTo>
                    <a:pt x="598436" y="892001"/>
                  </a:lnTo>
                  <a:lnTo>
                    <a:pt x="643051" y="874906"/>
                  </a:lnTo>
                  <a:lnTo>
                    <a:pt x="685800" y="853198"/>
                  </a:lnTo>
                  <a:lnTo>
                    <a:pt x="726019" y="826975"/>
                  </a:lnTo>
                  <a:lnTo>
                    <a:pt x="763127" y="796865"/>
                  </a:lnTo>
                  <a:lnTo>
                    <a:pt x="796865" y="763127"/>
                  </a:lnTo>
                  <a:lnTo>
                    <a:pt x="826975" y="726019"/>
                  </a:lnTo>
                  <a:lnTo>
                    <a:pt x="853198" y="685800"/>
                  </a:lnTo>
                  <a:lnTo>
                    <a:pt x="874910" y="643051"/>
                  </a:lnTo>
                  <a:lnTo>
                    <a:pt x="892007" y="598436"/>
                  </a:lnTo>
                  <a:lnTo>
                    <a:pt x="904367" y="552336"/>
                  </a:lnTo>
                  <a:lnTo>
                    <a:pt x="911871" y="505130"/>
                  </a:lnTo>
                  <a:lnTo>
                    <a:pt x="914400" y="457200"/>
                  </a:lnTo>
                  <a:lnTo>
                    <a:pt x="911871" y="409264"/>
                  </a:lnTo>
                  <a:lnTo>
                    <a:pt x="904367" y="362058"/>
                  </a:lnTo>
                  <a:lnTo>
                    <a:pt x="892007" y="315959"/>
                  </a:lnTo>
                  <a:lnTo>
                    <a:pt x="874910" y="271347"/>
                  </a:lnTo>
                  <a:lnTo>
                    <a:pt x="853198" y="228600"/>
                  </a:lnTo>
                  <a:lnTo>
                    <a:pt x="826975" y="188379"/>
                  </a:lnTo>
                  <a:lnTo>
                    <a:pt x="796865" y="151268"/>
                  </a:lnTo>
                  <a:lnTo>
                    <a:pt x="763127" y="117528"/>
                  </a:lnTo>
                  <a:lnTo>
                    <a:pt x="726019" y="87419"/>
                  </a:lnTo>
                  <a:lnTo>
                    <a:pt x="685800" y="61201"/>
                  </a:lnTo>
                  <a:lnTo>
                    <a:pt x="643051" y="39489"/>
                  </a:lnTo>
                  <a:lnTo>
                    <a:pt x="598436" y="22392"/>
                  </a:lnTo>
                  <a:lnTo>
                    <a:pt x="552336" y="10032"/>
                  </a:lnTo>
                  <a:lnTo>
                    <a:pt x="505130" y="2528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DBE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19995" y="3008160"/>
              <a:ext cx="475195" cy="475195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8826017" y="3865588"/>
            <a:ext cx="2260600" cy="1198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1E3763"/>
                </a:solidFill>
                <a:latin typeface="Times New Roman"/>
                <a:cs typeface="Times New Roman"/>
              </a:rPr>
              <a:t>Coordination</a:t>
            </a:r>
            <a:r>
              <a:rPr dirty="0" sz="1900" spc="90" b="1">
                <a:solidFill>
                  <a:srgbClr val="1E3763"/>
                </a:solidFill>
                <a:latin typeface="Times New Roman"/>
                <a:cs typeface="Times New Roman"/>
              </a:rPr>
              <a:t> </a:t>
            </a:r>
            <a:r>
              <a:rPr dirty="0" sz="1900" spc="-25" b="1">
                <a:solidFill>
                  <a:srgbClr val="1E3763"/>
                </a:solidFill>
                <a:latin typeface="Times New Roman"/>
                <a:cs typeface="Times New Roman"/>
              </a:rPr>
              <a:t>gap</a:t>
            </a:r>
            <a:endParaRPr sz="1900">
              <a:latin typeface="Times New Roman"/>
              <a:cs typeface="Times New Roman"/>
            </a:endParaRPr>
          </a:p>
          <a:p>
            <a:pPr algn="ctr" marL="12700" marR="5080" indent="635">
              <a:lnSpc>
                <a:spcPct val="114799"/>
              </a:lnSpc>
              <a:spcBef>
                <a:spcPts val="1375"/>
              </a:spcBef>
            </a:pP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Result:</a:t>
            </a:r>
            <a:r>
              <a:rPr dirty="0" sz="13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stranded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students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212733"/>
                </a:solidFill>
                <a:latin typeface="Calibri"/>
                <a:cs typeface="Calibri"/>
              </a:rPr>
              <a:t>and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underutilized</a:t>
            </a:r>
            <a:r>
              <a:rPr dirty="0" sz="13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autos</a:t>
            </a:r>
            <a:r>
              <a:rPr dirty="0" sz="13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—</a:t>
            </a:r>
            <a:r>
              <a:rPr dirty="0" sz="13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a</a:t>
            </a:r>
            <a:r>
              <a:rPr dirty="0" sz="13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logistics problem,</a:t>
            </a:r>
            <a:r>
              <a:rPr dirty="0" sz="1350" spc="-2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not</a:t>
            </a:r>
            <a:r>
              <a:rPr dirty="0" sz="13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a</a:t>
            </a:r>
            <a:r>
              <a:rPr dirty="0" sz="13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vehicle</a:t>
            </a:r>
            <a:r>
              <a:rPr dirty="0" sz="13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shortage.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Campus</a:t>
            </a:r>
            <a:r>
              <a:rPr dirty="0" spc="-25"/>
              <a:t> </a:t>
            </a:r>
            <a:r>
              <a:rPr dirty="0"/>
              <a:t>Ride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Auto-</a:t>
            </a:r>
            <a:r>
              <a:rPr dirty="0" spc="-10"/>
              <a:t>Booking</a:t>
            </a:r>
            <a:r>
              <a:rPr dirty="0" spc="-20"/>
              <a:t> Platform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Thapar</a:t>
            </a:r>
            <a:r>
              <a:rPr dirty="0" spc="-15"/>
              <a:t> </a:t>
            </a:r>
            <a:r>
              <a:rPr dirty="0" spc="-10"/>
              <a:t>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943" y="124129"/>
            <a:ext cx="527050" cy="90043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420"/>
              </a:spcBef>
            </a:pPr>
            <a:r>
              <a:rPr dirty="0" sz="2600" spc="-370" b="1">
                <a:solidFill>
                  <a:srgbClr val="FFFFFF"/>
                </a:solidFill>
                <a:latin typeface="Times New Roman"/>
                <a:cs typeface="Times New Roman"/>
              </a:rPr>
              <a:t>CR</a:t>
            </a:r>
            <a:endParaRPr sz="2600">
              <a:latin typeface="Times New Roman"/>
              <a:cs typeface="Times New Roman"/>
            </a:endParaRPr>
          </a:p>
          <a:p>
            <a:pPr marL="106680" marR="5080" indent="-94615">
              <a:lnSpc>
                <a:spcPct val="112200"/>
              </a:lnSpc>
              <a:spcBef>
                <a:spcPts val="290"/>
              </a:spcBef>
            </a:pP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C</a:t>
            </a:r>
            <a:r>
              <a:rPr dirty="0" sz="800" spc="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A</a:t>
            </a:r>
            <a:r>
              <a:rPr dirty="0" sz="800" spc="2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M</a:t>
            </a:r>
            <a:r>
              <a:rPr dirty="0" sz="800" spc="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P</a:t>
            </a:r>
            <a:r>
              <a:rPr dirty="0" sz="800" spc="2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U</a:t>
            </a:r>
            <a:r>
              <a:rPr dirty="0" sz="800" spc="1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1C04D"/>
                </a:solidFill>
                <a:latin typeface="Calibri"/>
                <a:cs typeface="Calibri"/>
              </a:rPr>
              <a:t>S</a:t>
            </a:r>
            <a:r>
              <a:rPr dirty="0" sz="800" spc="50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R</a:t>
            </a:r>
            <a:r>
              <a:rPr dirty="0" sz="800" spc="9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I</a:t>
            </a:r>
            <a:r>
              <a:rPr dirty="0" sz="800" spc="114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D</a:t>
            </a:r>
            <a:r>
              <a:rPr dirty="0" sz="800" spc="1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60" b="1">
                <a:solidFill>
                  <a:srgbClr val="F1C04D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554664" y="248944"/>
            <a:ext cx="1339215" cy="799465"/>
            <a:chOff x="10554664" y="248944"/>
            <a:chExt cx="1339215" cy="799465"/>
          </a:xfrm>
        </p:grpSpPr>
        <p:sp>
          <p:nvSpPr>
            <p:cNvPr id="4" name="object 4"/>
            <p:cNvSpPr/>
            <p:nvPr/>
          </p:nvSpPr>
          <p:spPr>
            <a:xfrm>
              <a:off x="10560964" y="255244"/>
              <a:ext cx="1326515" cy="786765"/>
            </a:xfrm>
            <a:custGeom>
              <a:avLst/>
              <a:gdLst/>
              <a:ahLst/>
              <a:cxnLst/>
              <a:rect l="l" t="t" r="r" b="b"/>
              <a:pathLst>
                <a:path w="1326515" h="78676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695159"/>
                  </a:lnTo>
                  <a:lnTo>
                    <a:pt x="798" y="707159"/>
                  </a:lnTo>
                  <a:lnTo>
                    <a:pt x="18830" y="750916"/>
                  </a:lnTo>
                  <a:lnTo>
                    <a:pt x="56505" y="779607"/>
                  </a:lnTo>
                  <a:lnTo>
                    <a:pt x="91440" y="786599"/>
                  </a:lnTo>
                  <a:lnTo>
                    <a:pt x="1234795" y="786599"/>
                  </a:lnTo>
                  <a:lnTo>
                    <a:pt x="1280515" y="774357"/>
                  </a:lnTo>
                  <a:lnTo>
                    <a:pt x="1313992" y="740879"/>
                  </a:lnTo>
                  <a:lnTo>
                    <a:pt x="1326235" y="695159"/>
                  </a:lnTo>
                  <a:lnTo>
                    <a:pt x="1326211" y="91440"/>
                  </a:lnTo>
                  <a:lnTo>
                    <a:pt x="1313992" y="46075"/>
                  </a:lnTo>
                  <a:lnTo>
                    <a:pt x="1280515" y="12598"/>
                  </a:lnTo>
                  <a:lnTo>
                    <a:pt x="123479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3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560964" y="255244"/>
              <a:ext cx="1326515" cy="786765"/>
            </a:xfrm>
            <a:custGeom>
              <a:avLst/>
              <a:gdLst/>
              <a:ahLst/>
              <a:cxnLst/>
              <a:rect l="l" t="t" r="r" b="b"/>
              <a:pathLst>
                <a:path w="1326515" h="78676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1234795" y="355"/>
                  </a:lnTo>
                  <a:lnTo>
                    <a:pt x="1280515" y="12598"/>
                  </a:lnTo>
                  <a:lnTo>
                    <a:pt x="1313992" y="46075"/>
                  </a:lnTo>
                  <a:lnTo>
                    <a:pt x="1326235" y="91795"/>
                  </a:lnTo>
                  <a:lnTo>
                    <a:pt x="1326235" y="695159"/>
                  </a:lnTo>
                  <a:lnTo>
                    <a:pt x="1325437" y="707159"/>
                  </a:lnTo>
                  <a:lnTo>
                    <a:pt x="1323086" y="718824"/>
                  </a:lnTo>
                  <a:lnTo>
                    <a:pt x="1299554" y="759909"/>
                  </a:lnTo>
                  <a:lnTo>
                    <a:pt x="1258465" y="783445"/>
                  </a:lnTo>
                  <a:lnTo>
                    <a:pt x="1234795" y="786599"/>
                  </a:lnTo>
                  <a:lnTo>
                    <a:pt x="91440" y="786599"/>
                  </a:lnTo>
                  <a:lnTo>
                    <a:pt x="45720" y="774357"/>
                  </a:lnTo>
                  <a:lnTo>
                    <a:pt x="12230" y="740879"/>
                  </a:lnTo>
                  <a:lnTo>
                    <a:pt x="0" y="695159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D5DD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638256" y="493813"/>
            <a:ext cx="97726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E3763"/>
                </a:solidFill>
                <a:latin typeface="Calibri"/>
                <a:cs typeface="Calibri"/>
              </a:rPr>
              <a:t>THAPAR</a:t>
            </a:r>
            <a:endParaRPr sz="1200">
              <a:latin typeface="Calibri"/>
              <a:cs typeface="Calibri"/>
            </a:endParaRPr>
          </a:p>
          <a:p>
            <a:pPr marL="207645">
              <a:lnSpc>
                <a:spcPts val="810"/>
              </a:lnSpc>
            </a:pPr>
            <a:r>
              <a:rPr dirty="0" sz="700" spc="-10" b="1">
                <a:solidFill>
                  <a:srgbClr val="4371A7"/>
                </a:solidFill>
                <a:latin typeface="Calibri"/>
                <a:cs typeface="Calibri"/>
              </a:rPr>
              <a:t>PROJECT</a:t>
            </a:r>
            <a:r>
              <a:rPr dirty="0" sz="700" spc="-20" b="1">
                <a:solidFill>
                  <a:srgbClr val="4371A7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4371A7"/>
                </a:solidFill>
                <a:latin typeface="Calibri"/>
                <a:cs typeface="Calibri"/>
              </a:rPr>
              <a:t>SHOWCASE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903095">
              <a:lnSpc>
                <a:spcPct val="100000"/>
              </a:lnSpc>
              <a:spcBef>
                <a:spcPts val="95"/>
              </a:spcBef>
            </a:pPr>
            <a:r>
              <a:rPr dirty="0" spc="-305"/>
              <a:t>OUR</a:t>
            </a:r>
            <a:r>
              <a:rPr dirty="0" spc="-110"/>
              <a:t> </a:t>
            </a:r>
            <a:r>
              <a:rPr dirty="0" spc="-315"/>
              <a:t>SOLUTION</a:t>
            </a:r>
          </a:p>
        </p:txBody>
      </p:sp>
      <p:sp>
        <p:nvSpPr>
          <p:cNvPr id="8" name="object 8"/>
          <p:cNvSpPr/>
          <p:nvPr/>
        </p:nvSpPr>
        <p:spPr>
          <a:xfrm>
            <a:off x="-355" y="6455155"/>
            <a:ext cx="12192000" cy="402590"/>
          </a:xfrm>
          <a:custGeom>
            <a:avLst/>
            <a:gdLst/>
            <a:ahLst/>
            <a:cxnLst/>
            <a:rect l="l" t="t" r="r" b="b"/>
            <a:pathLst>
              <a:path w="12192000" h="402590">
                <a:moveTo>
                  <a:pt x="12191390" y="0"/>
                </a:moveTo>
                <a:lnTo>
                  <a:pt x="0" y="0"/>
                </a:lnTo>
                <a:lnTo>
                  <a:pt x="0" y="402120"/>
                </a:lnTo>
                <a:lnTo>
                  <a:pt x="6095873" y="402120"/>
                </a:lnTo>
                <a:lnTo>
                  <a:pt x="12191390" y="402120"/>
                </a:lnTo>
                <a:lnTo>
                  <a:pt x="12191390" y="0"/>
                </a:lnTo>
                <a:close/>
              </a:path>
            </a:pathLst>
          </a:custGeom>
          <a:solidFill>
            <a:srgbClr val="1E376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405180" y="1182420"/>
            <a:ext cx="11396980" cy="789940"/>
            <a:chOff x="405180" y="1182420"/>
            <a:chExt cx="11396980" cy="789940"/>
          </a:xfrm>
        </p:grpSpPr>
        <p:sp>
          <p:nvSpPr>
            <p:cNvPr id="10" name="object 10"/>
            <p:cNvSpPr/>
            <p:nvPr/>
          </p:nvSpPr>
          <p:spPr>
            <a:xfrm>
              <a:off x="411480" y="1188719"/>
              <a:ext cx="11384280" cy="777240"/>
            </a:xfrm>
            <a:custGeom>
              <a:avLst/>
              <a:gdLst/>
              <a:ahLst/>
              <a:cxnLst/>
              <a:rect l="l" t="t" r="r" b="b"/>
              <a:pathLst>
                <a:path w="11384280" h="777239">
                  <a:moveTo>
                    <a:pt x="112924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685800"/>
                  </a:lnTo>
                  <a:lnTo>
                    <a:pt x="6864" y="720371"/>
                  </a:lnTo>
                  <a:lnTo>
                    <a:pt x="6986" y="720729"/>
                  </a:lnTo>
                  <a:lnTo>
                    <a:pt x="35676" y="758403"/>
                  </a:lnTo>
                  <a:lnTo>
                    <a:pt x="79434" y="776441"/>
                  </a:lnTo>
                  <a:lnTo>
                    <a:pt x="91440" y="777239"/>
                  </a:lnTo>
                  <a:lnTo>
                    <a:pt x="11292840" y="776884"/>
                  </a:lnTo>
                  <a:lnTo>
                    <a:pt x="11338560" y="764641"/>
                  </a:lnTo>
                  <a:lnTo>
                    <a:pt x="11372037" y="731164"/>
                  </a:lnTo>
                  <a:lnTo>
                    <a:pt x="11381007" y="709469"/>
                  </a:lnTo>
                  <a:lnTo>
                    <a:pt x="11381130" y="709109"/>
                  </a:lnTo>
                  <a:lnTo>
                    <a:pt x="11383408" y="697805"/>
                  </a:lnTo>
                  <a:lnTo>
                    <a:pt x="11383481" y="697444"/>
                  </a:lnTo>
                  <a:lnTo>
                    <a:pt x="11384256" y="685800"/>
                  </a:lnTo>
                  <a:lnTo>
                    <a:pt x="11383924" y="91439"/>
                  </a:lnTo>
                  <a:lnTo>
                    <a:pt x="11371681" y="45719"/>
                  </a:lnTo>
                  <a:lnTo>
                    <a:pt x="11338204" y="12242"/>
                  </a:lnTo>
                  <a:lnTo>
                    <a:pt x="11304484" y="798"/>
                  </a:lnTo>
                  <a:lnTo>
                    <a:pt x="11292484" y="0"/>
                  </a:lnTo>
                  <a:close/>
                </a:path>
              </a:pathLst>
            </a:custGeom>
            <a:solidFill>
              <a:srgbClr val="F1C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11480" y="1188719"/>
              <a:ext cx="11384280" cy="777240"/>
            </a:xfrm>
            <a:custGeom>
              <a:avLst/>
              <a:gdLst/>
              <a:ahLst/>
              <a:cxnLst/>
              <a:rect l="l" t="t" r="r" b="b"/>
              <a:pathLst>
                <a:path w="11384280" h="777239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11292484" y="0"/>
                  </a:lnTo>
                  <a:lnTo>
                    <a:pt x="11338204" y="12242"/>
                  </a:lnTo>
                  <a:lnTo>
                    <a:pt x="11371681" y="45719"/>
                  </a:lnTo>
                  <a:lnTo>
                    <a:pt x="11383924" y="91439"/>
                  </a:lnTo>
                  <a:lnTo>
                    <a:pt x="11384280" y="685444"/>
                  </a:lnTo>
                  <a:lnTo>
                    <a:pt x="11383481" y="697444"/>
                  </a:lnTo>
                  <a:lnTo>
                    <a:pt x="11381130" y="709109"/>
                  </a:lnTo>
                  <a:lnTo>
                    <a:pt x="11357598" y="750193"/>
                  </a:lnTo>
                  <a:lnTo>
                    <a:pt x="11316509" y="773730"/>
                  </a:lnTo>
                  <a:lnTo>
                    <a:pt x="91440" y="777239"/>
                  </a:lnTo>
                  <a:lnTo>
                    <a:pt x="45720" y="764997"/>
                  </a:lnTo>
                  <a:lnTo>
                    <a:pt x="12242" y="731519"/>
                  </a:lnTo>
                  <a:lnTo>
                    <a:pt x="0" y="68580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F1C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63104" y="1366100"/>
            <a:ext cx="1034796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Campus</a:t>
            </a:r>
            <a:r>
              <a:rPr dirty="0" sz="1300" spc="-4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Ride</a:t>
            </a:r>
            <a:r>
              <a:rPr dirty="0" sz="1300" spc="-4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replaces</a:t>
            </a:r>
            <a:r>
              <a:rPr dirty="0" sz="1300" spc="-2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the</a:t>
            </a:r>
            <a:r>
              <a:rPr dirty="0" sz="1300" spc="-3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3763"/>
                </a:solidFill>
                <a:latin typeface="Calibri"/>
                <a:cs typeface="Calibri"/>
              </a:rPr>
              <a:t>fixed</a:t>
            </a:r>
            <a:r>
              <a:rPr dirty="0" sz="1300" spc="-3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queue</a:t>
            </a:r>
            <a:r>
              <a:rPr dirty="0" sz="1300" spc="-3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with</a:t>
            </a:r>
            <a:r>
              <a:rPr dirty="0" sz="1300" spc="-3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live</a:t>
            </a:r>
            <a:r>
              <a:rPr dirty="0" sz="1300" spc="-4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3763"/>
                </a:solidFill>
                <a:latin typeface="Calibri"/>
                <a:cs typeface="Calibri"/>
              </a:rPr>
              <a:t>matching:</a:t>
            </a:r>
            <a:r>
              <a:rPr dirty="0" sz="1300" spc="-2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3763"/>
                </a:solidFill>
                <a:latin typeface="Calibri"/>
                <a:cs typeface="Calibri"/>
              </a:rPr>
              <a:t>students</a:t>
            </a:r>
            <a:r>
              <a:rPr dirty="0" sz="1300" spc="-3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see</a:t>
            </a:r>
            <a:r>
              <a:rPr dirty="0" sz="1300" spc="-3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seat</a:t>
            </a:r>
            <a:r>
              <a:rPr dirty="0" sz="1300" spc="-3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1E3763"/>
                </a:solidFill>
                <a:latin typeface="Calibri"/>
                <a:cs typeface="Calibri"/>
              </a:rPr>
              <a:t>availability,</a:t>
            </a:r>
            <a:r>
              <a:rPr dirty="0" sz="1300" spc="-2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are</a:t>
            </a:r>
            <a:r>
              <a:rPr dirty="0" sz="1300" spc="-3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pooled</a:t>
            </a:r>
            <a:r>
              <a:rPr dirty="0" sz="1300" spc="-3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into</a:t>
            </a:r>
            <a:r>
              <a:rPr dirty="0" sz="1300" spc="-3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passing</a:t>
            </a:r>
            <a:r>
              <a:rPr dirty="0" sz="1300" spc="-4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autos</a:t>
            </a:r>
            <a:r>
              <a:rPr dirty="0" sz="1300" spc="-3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when</a:t>
            </a:r>
            <a:r>
              <a:rPr dirty="0" sz="1300" spc="-2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3763"/>
                </a:solidFill>
                <a:latin typeface="Calibri"/>
                <a:cs typeface="Calibri"/>
              </a:rPr>
              <a:t>possible,</a:t>
            </a:r>
            <a:r>
              <a:rPr dirty="0" sz="1300" spc="-3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and</a:t>
            </a:r>
            <a:r>
              <a:rPr dirty="0" sz="1300" spc="-4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idle</a:t>
            </a:r>
            <a:r>
              <a:rPr dirty="0" sz="1300" spc="-3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autos</a:t>
            </a:r>
            <a:r>
              <a:rPr dirty="0" sz="1300" spc="-3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1E3763"/>
                </a:solidFill>
                <a:latin typeface="Calibri"/>
                <a:cs typeface="Calibri"/>
              </a:rPr>
              <a:t>are </a:t>
            </a:r>
            <a:r>
              <a:rPr dirty="0" sz="1300" spc="-10" b="1">
                <a:solidFill>
                  <a:srgbClr val="1E3763"/>
                </a:solidFill>
                <a:latin typeface="Calibri"/>
                <a:cs typeface="Calibri"/>
              </a:rPr>
              <a:t>dispatched</a:t>
            </a:r>
            <a:r>
              <a:rPr dirty="0" sz="1300" spc="-4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fairly</a:t>
            </a:r>
            <a:r>
              <a:rPr dirty="0" sz="1300" spc="-4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in</a:t>
            </a:r>
            <a:r>
              <a:rPr dirty="0" sz="1300" spc="-4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3763"/>
                </a:solidFill>
                <a:latin typeface="Calibri"/>
                <a:cs typeface="Calibri"/>
              </a:rPr>
              <a:t>queue</a:t>
            </a:r>
            <a:r>
              <a:rPr dirty="0" sz="1300" spc="-4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3763"/>
                </a:solidFill>
                <a:latin typeface="Calibri"/>
                <a:cs typeface="Calibri"/>
              </a:rPr>
              <a:t>order.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6264" y="2142184"/>
            <a:ext cx="3625215" cy="1796414"/>
            <a:chOff x="496264" y="2142184"/>
            <a:chExt cx="3625215" cy="1796414"/>
          </a:xfrm>
        </p:grpSpPr>
        <p:sp>
          <p:nvSpPr>
            <p:cNvPr id="14" name="object 14"/>
            <p:cNvSpPr/>
            <p:nvPr/>
          </p:nvSpPr>
          <p:spPr>
            <a:xfrm>
              <a:off x="502564" y="2148484"/>
              <a:ext cx="3612515" cy="1783714"/>
            </a:xfrm>
            <a:custGeom>
              <a:avLst/>
              <a:gdLst/>
              <a:ahLst/>
              <a:cxnLst/>
              <a:rect l="l" t="t" r="r" b="b"/>
              <a:pathLst>
                <a:path w="3612515" h="1783714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673631"/>
                  </a:lnTo>
                  <a:lnTo>
                    <a:pt x="939" y="1688061"/>
                  </a:lnTo>
                  <a:lnTo>
                    <a:pt x="14757" y="1728711"/>
                  </a:lnTo>
                  <a:lnTo>
                    <a:pt x="43003" y="1760658"/>
                  </a:lnTo>
                  <a:lnTo>
                    <a:pt x="81359" y="1779700"/>
                  </a:lnTo>
                  <a:lnTo>
                    <a:pt x="109791" y="1783435"/>
                  </a:lnTo>
                  <a:lnTo>
                    <a:pt x="3502431" y="1783435"/>
                  </a:lnTo>
                  <a:lnTo>
                    <a:pt x="3544502" y="1775082"/>
                  </a:lnTo>
                  <a:lnTo>
                    <a:pt x="3580006" y="1751256"/>
                  </a:lnTo>
                  <a:lnTo>
                    <a:pt x="3603807" y="1715702"/>
                  </a:lnTo>
                  <a:lnTo>
                    <a:pt x="3612235" y="1673631"/>
                  </a:lnTo>
                  <a:lnTo>
                    <a:pt x="3612211" y="109791"/>
                  </a:lnTo>
                  <a:lnTo>
                    <a:pt x="3603882" y="68088"/>
                  </a:lnTo>
                  <a:lnTo>
                    <a:pt x="3580012" y="32534"/>
                  </a:lnTo>
                  <a:lnTo>
                    <a:pt x="3544352" y="8708"/>
                  </a:lnTo>
                  <a:lnTo>
                    <a:pt x="350243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02564" y="2148484"/>
              <a:ext cx="3612515" cy="1783714"/>
            </a:xfrm>
            <a:custGeom>
              <a:avLst/>
              <a:gdLst/>
              <a:ahLst/>
              <a:cxnLst/>
              <a:rect l="l" t="t" r="r" b="b"/>
              <a:pathLst>
                <a:path w="3612515" h="1783714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02431" y="355"/>
                  </a:lnTo>
                  <a:lnTo>
                    <a:pt x="3544352" y="8708"/>
                  </a:lnTo>
                  <a:lnTo>
                    <a:pt x="3580012" y="32534"/>
                  </a:lnTo>
                  <a:lnTo>
                    <a:pt x="3603882" y="68088"/>
                  </a:lnTo>
                  <a:lnTo>
                    <a:pt x="3612235" y="110159"/>
                  </a:lnTo>
                  <a:lnTo>
                    <a:pt x="3612235" y="1673631"/>
                  </a:lnTo>
                  <a:lnTo>
                    <a:pt x="3611295" y="1688056"/>
                  </a:lnTo>
                  <a:lnTo>
                    <a:pt x="3608500" y="1702074"/>
                  </a:lnTo>
                  <a:lnTo>
                    <a:pt x="3589458" y="1740424"/>
                  </a:lnTo>
                  <a:lnTo>
                    <a:pt x="3557511" y="1768678"/>
                  </a:lnTo>
                  <a:lnTo>
                    <a:pt x="3516861" y="1782495"/>
                  </a:lnTo>
                  <a:lnTo>
                    <a:pt x="3502431" y="1783435"/>
                  </a:lnTo>
                  <a:lnTo>
                    <a:pt x="109791" y="1783435"/>
                  </a:lnTo>
                  <a:lnTo>
                    <a:pt x="67882" y="1775082"/>
                  </a:lnTo>
                  <a:lnTo>
                    <a:pt x="32213" y="1751256"/>
                  </a:lnTo>
                  <a:lnTo>
                    <a:pt x="8352" y="1715702"/>
                  </a:lnTo>
                  <a:lnTo>
                    <a:pt x="0" y="1673631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2D5E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31520" y="2377440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4" h="658494">
                  <a:moveTo>
                    <a:pt x="329399" y="0"/>
                  </a:moveTo>
                  <a:lnTo>
                    <a:pt x="286220" y="2813"/>
                  </a:lnTo>
                  <a:lnTo>
                    <a:pt x="243986" y="11161"/>
                  </a:lnTo>
                  <a:lnTo>
                    <a:pt x="203237" y="24908"/>
                  </a:lnTo>
                  <a:lnTo>
                    <a:pt x="164515" y="43916"/>
                  </a:lnTo>
                  <a:lnTo>
                    <a:pt x="128668" y="67875"/>
                  </a:lnTo>
                  <a:lnTo>
                    <a:pt x="96432" y="96253"/>
                  </a:lnTo>
                  <a:lnTo>
                    <a:pt x="68180" y="128612"/>
                  </a:lnTo>
                  <a:lnTo>
                    <a:pt x="44284" y="164515"/>
                  </a:lnTo>
                  <a:lnTo>
                    <a:pt x="25063" y="203182"/>
                  </a:lnTo>
                  <a:lnTo>
                    <a:pt x="11207" y="243808"/>
                  </a:lnTo>
                  <a:lnTo>
                    <a:pt x="2819" y="285920"/>
                  </a:lnTo>
                  <a:lnTo>
                    <a:pt x="0" y="329044"/>
                  </a:lnTo>
                  <a:lnTo>
                    <a:pt x="2819" y="372160"/>
                  </a:lnTo>
                  <a:lnTo>
                    <a:pt x="11207" y="414269"/>
                  </a:lnTo>
                  <a:lnTo>
                    <a:pt x="25063" y="454893"/>
                  </a:lnTo>
                  <a:lnTo>
                    <a:pt x="44284" y="493560"/>
                  </a:lnTo>
                  <a:lnTo>
                    <a:pt x="68180" y="529463"/>
                  </a:lnTo>
                  <a:lnTo>
                    <a:pt x="96432" y="561822"/>
                  </a:lnTo>
                  <a:lnTo>
                    <a:pt x="128668" y="590200"/>
                  </a:lnTo>
                  <a:lnTo>
                    <a:pt x="164515" y="614159"/>
                  </a:lnTo>
                  <a:lnTo>
                    <a:pt x="203237" y="633230"/>
                  </a:lnTo>
                  <a:lnTo>
                    <a:pt x="243986" y="647103"/>
                  </a:lnTo>
                  <a:lnTo>
                    <a:pt x="286220" y="655575"/>
                  </a:lnTo>
                  <a:lnTo>
                    <a:pt x="329399" y="658444"/>
                  </a:lnTo>
                  <a:lnTo>
                    <a:pt x="372366" y="655575"/>
                  </a:lnTo>
                  <a:lnTo>
                    <a:pt x="414491" y="647103"/>
                  </a:lnTo>
                  <a:lnTo>
                    <a:pt x="455199" y="633230"/>
                  </a:lnTo>
                  <a:lnTo>
                    <a:pt x="493915" y="614159"/>
                  </a:lnTo>
                  <a:lnTo>
                    <a:pt x="529763" y="590200"/>
                  </a:lnTo>
                  <a:lnTo>
                    <a:pt x="562000" y="561822"/>
                  </a:lnTo>
                  <a:lnTo>
                    <a:pt x="590256" y="529463"/>
                  </a:lnTo>
                  <a:lnTo>
                    <a:pt x="614159" y="493560"/>
                  </a:lnTo>
                  <a:lnTo>
                    <a:pt x="633380" y="454893"/>
                  </a:lnTo>
                  <a:lnTo>
                    <a:pt x="647236" y="414269"/>
                  </a:lnTo>
                  <a:lnTo>
                    <a:pt x="655625" y="372160"/>
                  </a:lnTo>
                  <a:lnTo>
                    <a:pt x="658444" y="329044"/>
                  </a:lnTo>
                  <a:lnTo>
                    <a:pt x="655625" y="285920"/>
                  </a:lnTo>
                  <a:lnTo>
                    <a:pt x="647236" y="243808"/>
                  </a:lnTo>
                  <a:lnTo>
                    <a:pt x="633380" y="203182"/>
                  </a:lnTo>
                  <a:lnTo>
                    <a:pt x="614159" y="164515"/>
                  </a:lnTo>
                  <a:lnTo>
                    <a:pt x="590256" y="128612"/>
                  </a:lnTo>
                  <a:lnTo>
                    <a:pt x="562000" y="96253"/>
                  </a:lnTo>
                  <a:lnTo>
                    <a:pt x="529763" y="67875"/>
                  </a:lnTo>
                  <a:lnTo>
                    <a:pt x="493915" y="43916"/>
                  </a:lnTo>
                  <a:lnTo>
                    <a:pt x="455199" y="24908"/>
                  </a:lnTo>
                  <a:lnTo>
                    <a:pt x="414491" y="11161"/>
                  </a:lnTo>
                  <a:lnTo>
                    <a:pt x="372366" y="2813"/>
                  </a:lnTo>
                  <a:lnTo>
                    <a:pt x="329399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558" y="2535123"/>
              <a:ext cx="341998" cy="34199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567345" y="2544025"/>
            <a:ext cx="1203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Smart</a:t>
            </a:r>
            <a:r>
              <a:rPr dirty="0" sz="16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pooling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6180" y="3049310"/>
            <a:ext cx="2888615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100"/>
              </a:spcBef>
            </a:pP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Assigns</a:t>
            </a:r>
            <a:r>
              <a:rPr dirty="0" sz="120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new</a:t>
            </a:r>
            <a:r>
              <a:rPr dirty="0" sz="120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bookings</a:t>
            </a:r>
            <a:r>
              <a:rPr dirty="0" sz="120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to</a:t>
            </a:r>
            <a:r>
              <a:rPr dirty="0" sz="120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autos</a:t>
            </a:r>
            <a:r>
              <a:rPr dirty="0" sz="120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already</a:t>
            </a:r>
            <a:r>
              <a:rPr dirty="0" sz="120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passing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both</a:t>
            </a:r>
            <a:r>
              <a:rPr dirty="0" sz="120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pickup</a:t>
            </a:r>
            <a:r>
              <a:rPr dirty="0" sz="120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and</a:t>
            </a:r>
            <a:r>
              <a:rPr dirty="0" sz="120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drop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points</a:t>
            </a:r>
            <a:r>
              <a:rPr dirty="0" sz="1200" spc="-4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to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reduce</a:t>
            </a:r>
            <a:r>
              <a:rPr dirty="0" sz="120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E5EDFA"/>
                </a:solidFill>
                <a:latin typeface="Calibri"/>
                <a:cs typeface="Calibri"/>
              </a:rPr>
              <a:t>empty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trips.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282020" y="2142184"/>
            <a:ext cx="3625215" cy="1796414"/>
            <a:chOff x="4282020" y="2142184"/>
            <a:chExt cx="3625215" cy="1796414"/>
          </a:xfrm>
        </p:grpSpPr>
        <p:sp>
          <p:nvSpPr>
            <p:cNvPr id="21" name="object 21"/>
            <p:cNvSpPr/>
            <p:nvPr/>
          </p:nvSpPr>
          <p:spPr>
            <a:xfrm>
              <a:off x="4288319" y="2148484"/>
              <a:ext cx="3612515" cy="1783714"/>
            </a:xfrm>
            <a:custGeom>
              <a:avLst/>
              <a:gdLst/>
              <a:ahLst/>
              <a:cxnLst/>
              <a:rect l="l" t="t" r="r" b="b"/>
              <a:pathLst>
                <a:path w="3612515" h="1783714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1673631"/>
                  </a:lnTo>
                  <a:lnTo>
                    <a:pt x="939" y="1688061"/>
                  </a:lnTo>
                  <a:lnTo>
                    <a:pt x="3735" y="1702119"/>
                  </a:lnTo>
                  <a:lnTo>
                    <a:pt x="8301" y="1715552"/>
                  </a:lnTo>
                  <a:lnTo>
                    <a:pt x="8352" y="1715702"/>
                  </a:lnTo>
                  <a:lnTo>
                    <a:pt x="32223" y="1751256"/>
                  </a:lnTo>
                  <a:lnTo>
                    <a:pt x="67882" y="1775082"/>
                  </a:lnTo>
                  <a:lnTo>
                    <a:pt x="109804" y="1783435"/>
                  </a:lnTo>
                  <a:lnTo>
                    <a:pt x="3502444" y="1783435"/>
                  </a:lnTo>
                  <a:lnTo>
                    <a:pt x="3544508" y="1775082"/>
                  </a:lnTo>
                  <a:lnTo>
                    <a:pt x="3580017" y="1751256"/>
                  </a:lnTo>
                  <a:lnTo>
                    <a:pt x="3603807" y="1715702"/>
                  </a:lnTo>
                  <a:lnTo>
                    <a:pt x="3612235" y="1673631"/>
                  </a:lnTo>
                  <a:lnTo>
                    <a:pt x="3612211" y="109791"/>
                  </a:lnTo>
                  <a:lnTo>
                    <a:pt x="3603882" y="68088"/>
                  </a:lnTo>
                  <a:lnTo>
                    <a:pt x="3580022" y="32534"/>
                  </a:lnTo>
                  <a:lnTo>
                    <a:pt x="3544352" y="8708"/>
                  </a:lnTo>
                  <a:lnTo>
                    <a:pt x="35024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288319" y="2148484"/>
              <a:ext cx="3612515" cy="1783714"/>
            </a:xfrm>
            <a:custGeom>
              <a:avLst/>
              <a:gdLst/>
              <a:ahLst/>
              <a:cxnLst/>
              <a:rect l="l" t="t" r="r" b="b"/>
              <a:pathLst>
                <a:path w="3612515" h="1783714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02444" y="355"/>
                  </a:lnTo>
                  <a:lnTo>
                    <a:pt x="3544352" y="8708"/>
                  </a:lnTo>
                  <a:lnTo>
                    <a:pt x="3580022" y="32534"/>
                  </a:lnTo>
                  <a:lnTo>
                    <a:pt x="3603882" y="68088"/>
                  </a:lnTo>
                  <a:lnTo>
                    <a:pt x="3612235" y="110159"/>
                  </a:lnTo>
                  <a:lnTo>
                    <a:pt x="3612235" y="1673631"/>
                  </a:lnTo>
                  <a:lnTo>
                    <a:pt x="3611295" y="1688056"/>
                  </a:lnTo>
                  <a:lnTo>
                    <a:pt x="3608500" y="1702074"/>
                  </a:lnTo>
                  <a:lnTo>
                    <a:pt x="3589465" y="1740424"/>
                  </a:lnTo>
                  <a:lnTo>
                    <a:pt x="3557524" y="1768678"/>
                  </a:lnTo>
                  <a:lnTo>
                    <a:pt x="3516867" y="1782495"/>
                  </a:lnTo>
                  <a:lnTo>
                    <a:pt x="3502444" y="1783435"/>
                  </a:lnTo>
                  <a:lnTo>
                    <a:pt x="109804" y="1783435"/>
                  </a:lnTo>
                  <a:lnTo>
                    <a:pt x="67882" y="1775082"/>
                  </a:lnTo>
                  <a:lnTo>
                    <a:pt x="32223" y="1751256"/>
                  </a:lnTo>
                  <a:lnTo>
                    <a:pt x="8352" y="1715702"/>
                  </a:lnTo>
                  <a:lnTo>
                    <a:pt x="0" y="1673631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2D5E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517275" y="2377440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5" h="658494">
                  <a:moveTo>
                    <a:pt x="329399" y="0"/>
                  </a:moveTo>
                  <a:lnTo>
                    <a:pt x="286227" y="2813"/>
                  </a:lnTo>
                  <a:lnTo>
                    <a:pt x="243997" y="11161"/>
                  </a:lnTo>
                  <a:lnTo>
                    <a:pt x="203250" y="24908"/>
                  </a:lnTo>
                  <a:lnTo>
                    <a:pt x="164528" y="43916"/>
                  </a:lnTo>
                  <a:lnTo>
                    <a:pt x="128681" y="67875"/>
                  </a:lnTo>
                  <a:lnTo>
                    <a:pt x="96443" y="96253"/>
                  </a:lnTo>
                  <a:lnTo>
                    <a:pt x="68187" y="128612"/>
                  </a:lnTo>
                  <a:lnTo>
                    <a:pt x="44284" y="164515"/>
                  </a:lnTo>
                  <a:lnTo>
                    <a:pt x="25063" y="203182"/>
                  </a:lnTo>
                  <a:lnTo>
                    <a:pt x="11207" y="243808"/>
                  </a:lnTo>
                  <a:lnTo>
                    <a:pt x="2819" y="285920"/>
                  </a:lnTo>
                  <a:lnTo>
                    <a:pt x="0" y="329044"/>
                  </a:lnTo>
                  <a:lnTo>
                    <a:pt x="2819" y="372160"/>
                  </a:lnTo>
                  <a:lnTo>
                    <a:pt x="11207" y="414269"/>
                  </a:lnTo>
                  <a:lnTo>
                    <a:pt x="25063" y="454893"/>
                  </a:lnTo>
                  <a:lnTo>
                    <a:pt x="44284" y="493560"/>
                  </a:lnTo>
                  <a:lnTo>
                    <a:pt x="68187" y="529463"/>
                  </a:lnTo>
                  <a:lnTo>
                    <a:pt x="96443" y="561822"/>
                  </a:lnTo>
                  <a:lnTo>
                    <a:pt x="128681" y="590200"/>
                  </a:lnTo>
                  <a:lnTo>
                    <a:pt x="164528" y="614159"/>
                  </a:lnTo>
                  <a:lnTo>
                    <a:pt x="203250" y="633230"/>
                  </a:lnTo>
                  <a:lnTo>
                    <a:pt x="243997" y="647103"/>
                  </a:lnTo>
                  <a:lnTo>
                    <a:pt x="286227" y="655575"/>
                  </a:lnTo>
                  <a:lnTo>
                    <a:pt x="329399" y="658444"/>
                  </a:lnTo>
                  <a:lnTo>
                    <a:pt x="372373" y="655575"/>
                  </a:lnTo>
                  <a:lnTo>
                    <a:pt x="414502" y="647103"/>
                  </a:lnTo>
                  <a:lnTo>
                    <a:pt x="455212" y="633230"/>
                  </a:lnTo>
                  <a:lnTo>
                    <a:pt x="493928" y="614159"/>
                  </a:lnTo>
                  <a:lnTo>
                    <a:pt x="529775" y="590200"/>
                  </a:lnTo>
                  <a:lnTo>
                    <a:pt x="562011" y="561822"/>
                  </a:lnTo>
                  <a:lnTo>
                    <a:pt x="590263" y="529463"/>
                  </a:lnTo>
                  <a:lnTo>
                    <a:pt x="614159" y="493560"/>
                  </a:lnTo>
                  <a:lnTo>
                    <a:pt x="633380" y="454893"/>
                  </a:lnTo>
                  <a:lnTo>
                    <a:pt x="647236" y="414269"/>
                  </a:lnTo>
                  <a:lnTo>
                    <a:pt x="655625" y="372160"/>
                  </a:lnTo>
                  <a:lnTo>
                    <a:pt x="658444" y="329044"/>
                  </a:lnTo>
                  <a:lnTo>
                    <a:pt x="655625" y="285920"/>
                  </a:lnTo>
                  <a:lnTo>
                    <a:pt x="647236" y="243808"/>
                  </a:lnTo>
                  <a:lnTo>
                    <a:pt x="633380" y="203182"/>
                  </a:lnTo>
                  <a:lnTo>
                    <a:pt x="614159" y="164515"/>
                  </a:lnTo>
                  <a:lnTo>
                    <a:pt x="590263" y="128612"/>
                  </a:lnTo>
                  <a:lnTo>
                    <a:pt x="562011" y="96253"/>
                  </a:lnTo>
                  <a:lnTo>
                    <a:pt x="529775" y="67875"/>
                  </a:lnTo>
                  <a:lnTo>
                    <a:pt x="493928" y="43916"/>
                  </a:lnTo>
                  <a:lnTo>
                    <a:pt x="455212" y="24908"/>
                  </a:lnTo>
                  <a:lnTo>
                    <a:pt x="414502" y="11161"/>
                  </a:lnTo>
                  <a:lnTo>
                    <a:pt x="372373" y="2813"/>
                  </a:lnTo>
                  <a:lnTo>
                    <a:pt x="329399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5314" y="2535123"/>
              <a:ext cx="341998" cy="341998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353100" y="2544025"/>
            <a:ext cx="14008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Fair</a:t>
            </a:r>
            <a:r>
              <a:rPr dirty="0" sz="16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cyclic</a:t>
            </a:r>
            <a:r>
              <a:rPr dirty="0" sz="1600" spc="-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Calibri"/>
                <a:cs typeface="Calibri"/>
              </a:rPr>
              <a:t>queue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21936" y="3049310"/>
            <a:ext cx="2738755" cy="420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100"/>
              </a:spcBef>
            </a:pP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Idle</a:t>
            </a:r>
            <a:r>
              <a:rPr dirty="0" sz="1200" spc="-2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autos</a:t>
            </a:r>
            <a:r>
              <a:rPr dirty="0" sz="1200" spc="-2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rejoin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back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of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queue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E5EDFA"/>
                </a:solidFill>
                <a:latin typeface="Calibri"/>
                <a:cs typeface="Calibri"/>
              </a:rPr>
              <a:t>after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trips;</a:t>
            </a:r>
            <a:r>
              <a:rPr dirty="0" sz="120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dispatching</a:t>
            </a:r>
            <a:r>
              <a:rPr dirty="0" sz="1200" spc="-2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honors</a:t>
            </a:r>
            <a:r>
              <a:rPr dirty="0" sz="1200" spc="-2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strict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FIFO</a:t>
            </a:r>
            <a:r>
              <a:rPr dirty="0" sz="1200" spc="-2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order.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067419" y="2142184"/>
            <a:ext cx="3625215" cy="1796414"/>
            <a:chOff x="8067419" y="2142184"/>
            <a:chExt cx="3625215" cy="1796414"/>
          </a:xfrm>
        </p:grpSpPr>
        <p:sp>
          <p:nvSpPr>
            <p:cNvPr id="28" name="object 28"/>
            <p:cNvSpPr/>
            <p:nvPr/>
          </p:nvSpPr>
          <p:spPr>
            <a:xfrm>
              <a:off x="8073719" y="2148484"/>
              <a:ext cx="3612515" cy="1783714"/>
            </a:xfrm>
            <a:custGeom>
              <a:avLst/>
              <a:gdLst/>
              <a:ahLst/>
              <a:cxnLst/>
              <a:rect l="l" t="t" r="r" b="b"/>
              <a:pathLst>
                <a:path w="3612515" h="1783714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882"/>
                  </a:lnTo>
                  <a:lnTo>
                    <a:pt x="355" y="109791"/>
                  </a:lnTo>
                  <a:lnTo>
                    <a:pt x="0" y="1673631"/>
                  </a:lnTo>
                  <a:lnTo>
                    <a:pt x="939" y="1688061"/>
                  </a:lnTo>
                  <a:lnTo>
                    <a:pt x="14757" y="1728711"/>
                  </a:lnTo>
                  <a:lnTo>
                    <a:pt x="22681" y="1740424"/>
                  </a:lnTo>
                  <a:lnTo>
                    <a:pt x="22783" y="1740574"/>
                  </a:lnTo>
                  <a:lnTo>
                    <a:pt x="55079" y="1768678"/>
                  </a:lnTo>
                  <a:lnTo>
                    <a:pt x="95379" y="1782495"/>
                  </a:lnTo>
                  <a:lnTo>
                    <a:pt x="109804" y="1783435"/>
                  </a:lnTo>
                  <a:lnTo>
                    <a:pt x="3502444" y="1783435"/>
                  </a:lnTo>
                  <a:lnTo>
                    <a:pt x="3544508" y="1775082"/>
                  </a:lnTo>
                  <a:lnTo>
                    <a:pt x="3580017" y="1751256"/>
                  </a:lnTo>
                  <a:lnTo>
                    <a:pt x="3603807" y="1715702"/>
                  </a:lnTo>
                  <a:lnTo>
                    <a:pt x="3612235" y="1673631"/>
                  </a:lnTo>
                  <a:lnTo>
                    <a:pt x="3612211" y="109791"/>
                  </a:lnTo>
                  <a:lnTo>
                    <a:pt x="3603882" y="68088"/>
                  </a:lnTo>
                  <a:lnTo>
                    <a:pt x="3580022" y="32534"/>
                  </a:lnTo>
                  <a:lnTo>
                    <a:pt x="3544352" y="8708"/>
                  </a:lnTo>
                  <a:lnTo>
                    <a:pt x="35024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073719" y="2148484"/>
              <a:ext cx="3612515" cy="1783714"/>
            </a:xfrm>
            <a:custGeom>
              <a:avLst/>
              <a:gdLst/>
              <a:ahLst/>
              <a:cxnLst/>
              <a:rect l="l" t="t" r="r" b="b"/>
              <a:pathLst>
                <a:path w="3612515" h="1783714">
                  <a:moveTo>
                    <a:pt x="355" y="109791"/>
                  </a:moveTo>
                  <a:lnTo>
                    <a:pt x="1295" y="95374"/>
                  </a:lnTo>
                  <a:lnTo>
                    <a:pt x="4092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02444" y="355"/>
                  </a:lnTo>
                  <a:lnTo>
                    <a:pt x="3544352" y="8708"/>
                  </a:lnTo>
                  <a:lnTo>
                    <a:pt x="3580022" y="32534"/>
                  </a:lnTo>
                  <a:lnTo>
                    <a:pt x="3603882" y="68088"/>
                  </a:lnTo>
                  <a:lnTo>
                    <a:pt x="3612235" y="110159"/>
                  </a:lnTo>
                  <a:lnTo>
                    <a:pt x="3612235" y="1673631"/>
                  </a:lnTo>
                  <a:lnTo>
                    <a:pt x="3611295" y="1688056"/>
                  </a:lnTo>
                  <a:lnTo>
                    <a:pt x="3608500" y="1702074"/>
                  </a:lnTo>
                  <a:lnTo>
                    <a:pt x="3589465" y="1740424"/>
                  </a:lnTo>
                  <a:lnTo>
                    <a:pt x="3557524" y="1768678"/>
                  </a:lnTo>
                  <a:lnTo>
                    <a:pt x="3516867" y="1782495"/>
                  </a:lnTo>
                  <a:lnTo>
                    <a:pt x="3502444" y="1783435"/>
                  </a:lnTo>
                  <a:lnTo>
                    <a:pt x="109804" y="1783435"/>
                  </a:lnTo>
                  <a:lnTo>
                    <a:pt x="67882" y="1775082"/>
                  </a:lnTo>
                  <a:lnTo>
                    <a:pt x="32223" y="1751256"/>
                  </a:lnTo>
                  <a:lnTo>
                    <a:pt x="8352" y="1715702"/>
                  </a:lnTo>
                  <a:lnTo>
                    <a:pt x="0" y="1673631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2D5E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302675" y="2377440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5" h="658494">
                  <a:moveTo>
                    <a:pt x="329399" y="0"/>
                  </a:moveTo>
                  <a:lnTo>
                    <a:pt x="286227" y="2813"/>
                  </a:lnTo>
                  <a:lnTo>
                    <a:pt x="243997" y="11161"/>
                  </a:lnTo>
                  <a:lnTo>
                    <a:pt x="203250" y="24908"/>
                  </a:lnTo>
                  <a:lnTo>
                    <a:pt x="164528" y="43916"/>
                  </a:lnTo>
                  <a:lnTo>
                    <a:pt x="128681" y="67875"/>
                  </a:lnTo>
                  <a:lnTo>
                    <a:pt x="96443" y="96253"/>
                  </a:lnTo>
                  <a:lnTo>
                    <a:pt x="68187" y="128612"/>
                  </a:lnTo>
                  <a:lnTo>
                    <a:pt x="44284" y="164515"/>
                  </a:lnTo>
                  <a:lnTo>
                    <a:pt x="25063" y="203182"/>
                  </a:lnTo>
                  <a:lnTo>
                    <a:pt x="11207" y="243808"/>
                  </a:lnTo>
                  <a:lnTo>
                    <a:pt x="2819" y="285920"/>
                  </a:lnTo>
                  <a:lnTo>
                    <a:pt x="0" y="329044"/>
                  </a:lnTo>
                  <a:lnTo>
                    <a:pt x="2819" y="372160"/>
                  </a:lnTo>
                  <a:lnTo>
                    <a:pt x="11207" y="414269"/>
                  </a:lnTo>
                  <a:lnTo>
                    <a:pt x="25063" y="454893"/>
                  </a:lnTo>
                  <a:lnTo>
                    <a:pt x="44284" y="493560"/>
                  </a:lnTo>
                  <a:lnTo>
                    <a:pt x="68187" y="529463"/>
                  </a:lnTo>
                  <a:lnTo>
                    <a:pt x="96443" y="561822"/>
                  </a:lnTo>
                  <a:lnTo>
                    <a:pt x="128681" y="590200"/>
                  </a:lnTo>
                  <a:lnTo>
                    <a:pt x="164528" y="614159"/>
                  </a:lnTo>
                  <a:lnTo>
                    <a:pt x="203250" y="633230"/>
                  </a:lnTo>
                  <a:lnTo>
                    <a:pt x="243997" y="647103"/>
                  </a:lnTo>
                  <a:lnTo>
                    <a:pt x="286227" y="655575"/>
                  </a:lnTo>
                  <a:lnTo>
                    <a:pt x="329399" y="658444"/>
                  </a:lnTo>
                  <a:lnTo>
                    <a:pt x="372373" y="655575"/>
                  </a:lnTo>
                  <a:lnTo>
                    <a:pt x="414502" y="647103"/>
                  </a:lnTo>
                  <a:lnTo>
                    <a:pt x="455212" y="633230"/>
                  </a:lnTo>
                  <a:lnTo>
                    <a:pt x="493928" y="614159"/>
                  </a:lnTo>
                  <a:lnTo>
                    <a:pt x="529775" y="590200"/>
                  </a:lnTo>
                  <a:lnTo>
                    <a:pt x="562011" y="561822"/>
                  </a:lnTo>
                  <a:lnTo>
                    <a:pt x="590263" y="529463"/>
                  </a:lnTo>
                  <a:lnTo>
                    <a:pt x="614159" y="493560"/>
                  </a:lnTo>
                  <a:lnTo>
                    <a:pt x="633380" y="454893"/>
                  </a:lnTo>
                  <a:lnTo>
                    <a:pt x="647236" y="414269"/>
                  </a:lnTo>
                  <a:lnTo>
                    <a:pt x="655625" y="372160"/>
                  </a:lnTo>
                  <a:lnTo>
                    <a:pt x="658444" y="329044"/>
                  </a:lnTo>
                  <a:lnTo>
                    <a:pt x="655625" y="285920"/>
                  </a:lnTo>
                  <a:lnTo>
                    <a:pt x="647236" y="243808"/>
                  </a:lnTo>
                  <a:lnTo>
                    <a:pt x="633380" y="203182"/>
                  </a:lnTo>
                  <a:lnTo>
                    <a:pt x="614159" y="164515"/>
                  </a:lnTo>
                  <a:lnTo>
                    <a:pt x="590263" y="128612"/>
                  </a:lnTo>
                  <a:lnTo>
                    <a:pt x="562011" y="96253"/>
                  </a:lnTo>
                  <a:lnTo>
                    <a:pt x="529775" y="67875"/>
                  </a:lnTo>
                  <a:lnTo>
                    <a:pt x="493928" y="43916"/>
                  </a:lnTo>
                  <a:lnTo>
                    <a:pt x="455212" y="24908"/>
                  </a:lnTo>
                  <a:lnTo>
                    <a:pt x="414502" y="11161"/>
                  </a:lnTo>
                  <a:lnTo>
                    <a:pt x="372373" y="2813"/>
                  </a:lnTo>
                  <a:lnTo>
                    <a:pt x="329399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60714" y="2535123"/>
              <a:ext cx="341998" cy="341998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9138501" y="2544025"/>
            <a:ext cx="13144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Live</a:t>
            </a:r>
            <a:r>
              <a:rPr dirty="0" sz="16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availability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407336" y="3049310"/>
            <a:ext cx="2582545" cy="420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100"/>
              </a:spcBef>
            </a:pP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Students</a:t>
            </a:r>
            <a:r>
              <a:rPr dirty="0" sz="1200" spc="-4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see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current</a:t>
            </a:r>
            <a:r>
              <a:rPr dirty="0" sz="120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seat</a:t>
            </a:r>
            <a:r>
              <a:rPr dirty="0" sz="1200" spc="-4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and</a:t>
            </a:r>
            <a:r>
              <a:rPr dirty="0" sz="120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auto</a:t>
            </a:r>
            <a:r>
              <a:rPr dirty="0" sz="1200" spc="-4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status before</a:t>
            </a:r>
            <a:r>
              <a:rPr dirty="0" sz="120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confirming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a</a:t>
            </a:r>
            <a:r>
              <a:rPr dirty="0" sz="1200" spc="-4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booking.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389135" y="4062424"/>
            <a:ext cx="3625215" cy="1796414"/>
            <a:chOff x="2389135" y="4062424"/>
            <a:chExt cx="3625215" cy="1796414"/>
          </a:xfrm>
        </p:grpSpPr>
        <p:sp>
          <p:nvSpPr>
            <p:cNvPr id="35" name="object 35"/>
            <p:cNvSpPr/>
            <p:nvPr/>
          </p:nvSpPr>
          <p:spPr>
            <a:xfrm>
              <a:off x="2395435" y="4068724"/>
              <a:ext cx="3612515" cy="1783714"/>
            </a:xfrm>
            <a:custGeom>
              <a:avLst/>
              <a:gdLst/>
              <a:ahLst/>
              <a:cxnLst/>
              <a:rect l="l" t="t" r="r" b="b"/>
              <a:pathLst>
                <a:path w="3612515" h="178371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1673631"/>
                  </a:lnTo>
                  <a:lnTo>
                    <a:pt x="939" y="1688061"/>
                  </a:lnTo>
                  <a:lnTo>
                    <a:pt x="14770" y="1728711"/>
                  </a:lnTo>
                  <a:lnTo>
                    <a:pt x="43011" y="1760658"/>
                  </a:lnTo>
                  <a:lnTo>
                    <a:pt x="81360" y="1779700"/>
                  </a:lnTo>
                  <a:lnTo>
                    <a:pt x="109804" y="1783435"/>
                  </a:lnTo>
                  <a:lnTo>
                    <a:pt x="3502444" y="1783435"/>
                  </a:lnTo>
                  <a:lnTo>
                    <a:pt x="3544515" y="1775082"/>
                  </a:lnTo>
                  <a:lnTo>
                    <a:pt x="3580017" y="1751256"/>
                  </a:lnTo>
                  <a:lnTo>
                    <a:pt x="3603814" y="1715702"/>
                  </a:lnTo>
                  <a:lnTo>
                    <a:pt x="3603890" y="1715552"/>
                  </a:lnTo>
                  <a:lnTo>
                    <a:pt x="3608496" y="1702119"/>
                  </a:lnTo>
                  <a:lnTo>
                    <a:pt x="3611307" y="1688061"/>
                  </a:lnTo>
                  <a:lnTo>
                    <a:pt x="3612248" y="1673631"/>
                  </a:lnTo>
                  <a:lnTo>
                    <a:pt x="3612224" y="109791"/>
                  </a:lnTo>
                  <a:lnTo>
                    <a:pt x="3603890" y="68088"/>
                  </a:lnTo>
                  <a:lnTo>
                    <a:pt x="3580023" y="32534"/>
                  </a:lnTo>
                  <a:lnTo>
                    <a:pt x="3544365" y="8708"/>
                  </a:lnTo>
                  <a:lnTo>
                    <a:pt x="35024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395435" y="4068724"/>
              <a:ext cx="3612515" cy="1783714"/>
            </a:xfrm>
            <a:custGeom>
              <a:avLst/>
              <a:gdLst/>
              <a:ahLst/>
              <a:cxnLst/>
              <a:rect l="l" t="t" r="r" b="b"/>
              <a:pathLst>
                <a:path w="3612515" h="1783714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502444" y="355"/>
                  </a:lnTo>
                  <a:lnTo>
                    <a:pt x="3544365" y="8708"/>
                  </a:lnTo>
                  <a:lnTo>
                    <a:pt x="3580023" y="32534"/>
                  </a:lnTo>
                  <a:lnTo>
                    <a:pt x="3603890" y="68088"/>
                  </a:lnTo>
                  <a:lnTo>
                    <a:pt x="3612248" y="110159"/>
                  </a:lnTo>
                  <a:lnTo>
                    <a:pt x="3612248" y="1673631"/>
                  </a:lnTo>
                  <a:lnTo>
                    <a:pt x="3611308" y="1688056"/>
                  </a:lnTo>
                  <a:lnTo>
                    <a:pt x="3608511" y="1702074"/>
                  </a:lnTo>
                  <a:lnTo>
                    <a:pt x="3589465" y="1740424"/>
                  </a:lnTo>
                  <a:lnTo>
                    <a:pt x="3557524" y="1768678"/>
                  </a:lnTo>
                  <a:lnTo>
                    <a:pt x="3516874" y="1782495"/>
                  </a:lnTo>
                  <a:lnTo>
                    <a:pt x="3502444" y="1783435"/>
                  </a:lnTo>
                  <a:lnTo>
                    <a:pt x="109804" y="1783435"/>
                  </a:lnTo>
                  <a:lnTo>
                    <a:pt x="67882" y="1775082"/>
                  </a:lnTo>
                  <a:lnTo>
                    <a:pt x="32224" y="1751256"/>
                  </a:lnTo>
                  <a:lnTo>
                    <a:pt x="8358" y="1715702"/>
                  </a:lnTo>
                  <a:lnTo>
                    <a:pt x="0" y="1673631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2D5E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624404" y="4297680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5" h="658495">
                  <a:moveTo>
                    <a:pt x="329399" y="0"/>
                  </a:moveTo>
                  <a:lnTo>
                    <a:pt x="286220" y="2813"/>
                  </a:lnTo>
                  <a:lnTo>
                    <a:pt x="243986" y="11161"/>
                  </a:lnTo>
                  <a:lnTo>
                    <a:pt x="203237" y="24908"/>
                  </a:lnTo>
                  <a:lnTo>
                    <a:pt x="164515" y="43916"/>
                  </a:lnTo>
                  <a:lnTo>
                    <a:pt x="128668" y="67875"/>
                  </a:lnTo>
                  <a:lnTo>
                    <a:pt x="96431" y="96253"/>
                  </a:lnTo>
                  <a:lnTo>
                    <a:pt x="68175" y="128612"/>
                  </a:lnTo>
                  <a:lnTo>
                    <a:pt x="44272" y="164515"/>
                  </a:lnTo>
                  <a:lnTo>
                    <a:pt x="25053" y="203182"/>
                  </a:lnTo>
                  <a:lnTo>
                    <a:pt x="11201" y="243808"/>
                  </a:lnTo>
                  <a:lnTo>
                    <a:pt x="2817" y="285920"/>
                  </a:lnTo>
                  <a:lnTo>
                    <a:pt x="0" y="329044"/>
                  </a:lnTo>
                  <a:lnTo>
                    <a:pt x="2817" y="372160"/>
                  </a:lnTo>
                  <a:lnTo>
                    <a:pt x="11201" y="414269"/>
                  </a:lnTo>
                  <a:lnTo>
                    <a:pt x="25053" y="454893"/>
                  </a:lnTo>
                  <a:lnTo>
                    <a:pt x="44272" y="493560"/>
                  </a:lnTo>
                  <a:lnTo>
                    <a:pt x="68175" y="529463"/>
                  </a:lnTo>
                  <a:lnTo>
                    <a:pt x="96431" y="561822"/>
                  </a:lnTo>
                  <a:lnTo>
                    <a:pt x="128668" y="590200"/>
                  </a:lnTo>
                  <a:lnTo>
                    <a:pt x="164515" y="614159"/>
                  </a:lnTo>
                  <a:lnTo>
                    <a:pt x="203237" y="633230"/>
                  </a:lnTo>
                  <a:lnTo>
                    <a:pt x="243986" y="647103"/>
                  </a:lnTo>
                  <a:lnTo>
                    <a:pt x="286220" y="655575"/>
                  </a:lnTo>
                  <a:lnTo>
                    <a:pt x="329399" y="658444"/>
                  </a:lnTo>
                  <a:lnTo>
                    <a:pt x="372366" y="655575"/>
                  </a:lnTo>
                  <a:lnTo>
                    <a:pt x="414491" y="647103"/>
                  </a:lnTo>
                  <a:lnTo>
                    <a:pt x="455199" y="633230"/>
                  </a:lnTo>
                  <a:lnTo>
                    <a:pt x="493915" y="614159"/>
                  </a:lnTo>
                  <a:lnTo>
                    <a:pt x="529763" y="590200"/>
                  </a:lnTo>
                  <a:lnTo>
                    <a:pt x="562000" y="561822"/>
                  </a:lnTo>
                  <a:lnTo>
                    <a:pt x="590256" y="529463"/>
                  </a:lnTo>
                  <a:lnTo>
                    <a:pt x="614159" y="493560"/>
                  </a:lnTo>
                  <a:lnTo>
                    <a:pt x="633378" y="454893"/>
                  </a:lnTo>
                  <a:lnTo>
                    <a:pt x="647230" y="414269"/>
                  </a:lnTo>
                  <a:lnTo>
                    <a:pt x="655614" y="372160"/>
                  </a:lnTo>
                  <a:lnTo>
                    <a:pt x="658431" y="329044"/>
                  </a:lnTo>
                  <a:lnTo>
                    <a:pt x="655614" y="285920"/>
                  </a:lnTo>
                  <a:lnTo>
                    <a:pt x="647230" y="243808"/>
                  </a:lnTo>
                  <a:lnTo>
                    <a:pt x="633378" y="203182"/>
                  </a:lnTo>
                  <a:lnTo>
                    <a:pt x="614159" y="164515"/>
                  </a:lnTo>
                  <a:lnTo>
                    <a:pt x="590256" y="128612"/>
                  </a:lnTo>
                  <a:lnTo>
                    <a:pt x="562000" y="96253"/>
                  </a:lnTo>
                  <a:lnTo>
                    <a:pt x="529763" y="67875"/>
                  </a:lnTo>
                  <a:lnTo>
                    <a:pt x="493915" y="43916"/>
                  </a:lnTo>
                  <a:lnTo>
                    <a:pt x="455199" y="24908"/>
                  </a:lnTo>
                  <a:lnTo>
                    <a:pt x="414491" y="11161"/>
                  </a:lnTo>
                  <a:lnTo>
                    <a:pt x="372366" y="2813"/>
                  </a:lnTo>
                  <a:lnTo>
                    <a:pt x="329399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2442" y="4455363"/>
              <a:ext cx="341998" cy="341998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3460216" y="4464265"/>
            <a:ext cx="12579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Calibri"/>
                <a:cs typeface="Calibri"/>
              </a:rPr>
              <a:t>Verified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29064" y="4969550"/>
            <a:ext cx="2821305" cy="420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100"/>
              </a:spcBef>
            </a:pP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Only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E5EDFA"/>
                </a:solidFill>
                <a:latin typeface="Calibri"/>
                <a:cs typeface="Calibri"/>
              </a:rPr>
              <a:t>@thapar.edu</a:t>
            </a:r>
            <a:r>
              <a:rPr dirty="0" sz="1200" spc="-1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accounts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can</a:t>
            </a:r>
            <a:r>
              <a:rPr dirty="0" sz="1200" spc="-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book;</a:t>
            </a:r>
            <a:r>
              <a:rPr dirty="0" sz="1200" spc="-1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drivers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verify</a:t>
            </a:r>
            <a:r>
              <a:rPr dirty="0" sz="1200" spc="-2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via</a:t>
            </a:r>
            <a:r>
              <a:rPr dirty="0" sz="1200" spc="-2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phone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OTP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to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prevent</a:t>
            </a:r>
            <a:r>
              <a:rPr dirty="0" sz="1200" spc="-2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misuse.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174536" y="4062424"/>
            <a:ext cx="3625215" cy="1796414"/>
            <a:chOff x="6174536" y="4062424"/>
            <a:chExt cx="3625215" cy="1796414"/>
          </a:xfrm>
        </p:grpSpPr>
        <p:sp>
          <p:nvSpPr>
            <p:cNvPr id="42" name="object 42"/>
            <p:cNvSpPr/>
            <p:nvPr/>
          </p:nvSpPr>
          <p:spPr>
            <a:xfrm>
              <a:off x="6180836" y="4068724"/>
              <a:ext cx="3612515" cy="1783714"/>
            </a:xfrm>
            <a:custGeom>
              <a:avLst/>
              <a:gdLst/>
              <a:ahLst/>
              <a:cxnLst/>
              <a:rect l="l" t="t" r="r" b="b"/>
              <a:pathLst>
                <a:path w="3612515" h="178371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1673631"/>
                  </a:lnTo>
                  <a:lnTo>
                    <a:pt x="939" y="1688061"/>
                  </a:lnTo>
                  <a:lnTo>
                    <a:pt x="14770" y="1728711"/>
                  </a:lnTo>
                  <a:lnTo>
                    <a:pt x="43011" y="1760658"/>
                  </a:lnTo>
                  <a:lnTo>
                    <a:pt x="81360" y="1779700"/>
                  </a:lnTo>
                  <a:lnTo>
                    <a:pt x="109804" y="1783435"/>
                  </a:lnTo>
                  <a:lnTo>
                    <a:pt x="3502444" y="1783435"/>
                  </a:lnTo>
                  <a:lnTo>
                    <a:pt x="3544515" y="1775082"/>
                  </a:lnTo>
                  <a:lnTo>
                    <a:pt x="3580017" y="1751256"/>
                  </a:lnTo>
                  <a:lnTo>
                    <a:pt x="3603814" y="1715702"/>
                  </a:lnTo>
                  <a:lnTo>
                    <a:pt x="3603890" y="1715552"/>
                  </a:lnTo>
                  <a:lnTo>
                    <a:pt x="3608496" y="1702119"/>
                  </a:lnTo>
                  <a:lnTo>
                    <a:pt x="3611307" y="1688061"/>
                  </a:lnTo>
                  <a:lnTo>
                    <a:pt x="3612248" y="1673631"/>
                  </a:lnTo>
                  <a:lnTo>
                    <a:pt x="3612224" y="109791"/>
                  </a:lnTo>
                  <a:lnTo>
                    <a:pt x="3603890" y="68088"/>
                  </a:lnTo>
                  <a:lnTo>
                    <a:pt x="3580023" y="32534"/>
                  </a:lnTo>
                  <a:lnTo>
                    <a:pt x="3544365" y="8708"/>
                  </a:lnTo>
                  <a:lnTo>
                    <a:pt x="350244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180836" y="4068724"/>
              <a:ext cx="3612515" cy="1783714"/>
            </a:xfrm>
            <a:custGeom>
              <a:avLst/>
              <a:gdLst/>
              <a:ahLst/>
              <a:cxnLst/>
              <a:rect l="l" t="t" r="r" b="b"/>
              <a:pathLst>
                <a:path w="3612515" h="1783714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502444" y="355"/>
                  </a:lnTo>
                  <a:lnTo>
                    <a:pt x="3544365" y="8708"/>
                  </a:lnTo>
                  <a:lnTo>
                    <a:pt x="3580023" y="32534"/>
                  </a:lnTo>
                  <a:lnTo>
                    <a:pt x="3603890" y="68088"/>
                  </a:lnTo>
                  <a:lnTo>
                    <a:pt x="3612248" y="110159"/>
                  </a:lnTo>
                  <a:lnTo>
                    <a:pt x="3612248" y="1673631"/>
                  </a:lnTo>
                  <a:lnTo>
                    <a:pt x="3611308" y="1688056"/>
                  </a:lnTo>
                  <a:lnTo>
                    <a:pt x="3608511" y="1702074"/>
                  </a:lnTo>
                  <a:lnTo>
                    <a:pt x="3589465" y="1740424"/>
                  </a:lnTo>
                  <a:lnTo>
                    <a:pt x="3557523" y="1768678"/>
                  </a:lnTo>
                  <a:lnTo>
                    <a:pt x="3516874" y="1782495"/>
                  </a:lnTo>
                  <a:lnTo>
                    <a:pt x="3502444" y="1783435"/>
                  </a:lnTo>
                  <a:lnTo>
                    <a:pt x="109804" y="1783435"/>
                  </a:lnTo>
                  <a:lnTo>
                    <a:pt x="67882" y="1775082"/>
                  </a:lnTo>
                  <a:lnTo>
                    <a:pt x="32224" y="1751256"/>
                  </a:lnTo>
                  <a:lnTo>
                    <a:pt x="8358" y="1715702"/>
                  </a:lnTo>
                  <a:lnTo>
                    <a:pt x="0" y="1673631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2D5E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409804" y="4297680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5" h="658495">
                  <a:moveTo>
                    <a:pt x="329399" y="0"/>
                  </a:moveTo>
                  <a:lnTo>
                    <a:pt x="286220" y="2813"/>
                  </a:lnTo>
                  <a:lnTo>
                    <a:pt x="243986" y="11161"/>
                  </a:lnTo>
                  <a:lnTo>
                    <a:pt x="203237" y="24908"/>
                  </a:lnTo>
                  <a:lnTo>
                    <a:pt x="164515" y="43916"/>
                  </a:lnTo>
                  <a:lnTo>
                    <a:pt x="128668" y="67875"/>
                  </a:lnTo>
                  <a:lnTo>
                    <a:pt x="96431" y="96253"/>
                  </a:lnTo>
                  <a:lnTo>
                    <a:pt x="68175" y="128612"/>
                  </a:lnTo>
                  <a:lnTo>
                    <a:pt x="44272" y="164515"/>
                  </a:lnTo>
                  <a:lnTo>
                    <a:pt x="25053" y="203182"/>
                  </a:lnTo>
                  <a:lnTo>
                    <a:pt x="11201" y="243808"/>
                  </a:lnTo>
                  <a:lnTo>
                    <a:pt x="2817" y="285920"/>
                  </a:lnTo>
                  <a:lnTo>
                    <a:pt x="0" y="329044"/>
                  </a:lnTo>
                  <a:lnTo>
                    <a:pt x="2817" y="372160"/>
                  </a:lnTo>
                  <a:lnTo>
                    <a:pt x="11201" y="414269"/>
                  </a:lnTo>
                  <a:lnTo>
                    <a:pt x="25053" y="454893"/>
                  </a:lnTo>
                  <a:lnTo>
                    <a:pt x="44272" y="493560"/>
                  </a:lnTo>
                  <a:lnTo>
                    <a:pt x="68175" y="529463"/>
                  </a:lnTo>
                  <a:lnTo>
                    <a:pt x="96431" y="561822"/>
                  </a:lnTo>
                  <a:lnTo>
                    <a:pt x="128668" y="590200"/>
                  </a:lnTo>
                  <a:lnTo>
                    <a:pt x="164515" y="614159"/>
                  </a:lnTo>
                  <a:lnTo>
                    <a:pt x="203237" y="633230"/>
                  </a:lnTo>
                  <a:lnTo>
                    <a:pt x="243986" y="647103"/>
                  </a:lnTo>
                  <a:lnTo>
                    <a:pt x="286220" y="655575"/>
                  </a:lnTo>
                  <a:lnTo>
                    <a:pt x="329399" y="658444"/>
                  </a:lnTo>
                  <a:lnTo>
                    <a:pt x="372366" y="655575"/>
                  </a:lnTo>
                  <a:lnTo>
                    <a:pt x="414491" y="647103"/>
                  </a:lnTo>
                  <a:lnTo>
                    <a:pt x="455199" y="633230"/>
                  </a:lnTo>
                  <a:lnTo>
                    <a:pt x="493915" y="614159"/>
                  </a:lnTo>
                  <a:lnTo>
                    <a:pt x="529763" y="590200"/>
                  </a:lnTo>
                  <a:lnTo>
                    <a:pt x="562000" y="561822"/>
                  </a:lnTo>
                  <a:lnTo>
                    <a:pt x="590256" y="529463"/>
                  </a:lnTo>
                  <a:lnTo>
                    <a:pt x="614159" y="493560"/>
                  </a:lnTo>
                  <a:lnTo>
                    <a:pt x="633378" y="454893"/>
                  </a:lnTo>
                  <a:lnTo>
                    <a:pt x="647230" y="414269"/>
                  </a:lnTo>
                  <a:lnTo>
                    <a:pt x="655614" y="372160"/>
                  </a:lnTo>
                  <a:lnTo>
                    <a:pt x="658431" y="329044"/>
                  </a:lnTo>
                  <a:lnTo>
                    <a:pt x="655614" y="285920"/>
                  </a:lnTo>
                  <a:lnTo>
                    <a:pt x="647230" y="243808"/>
                  </a:lnTo>
                  <a:lnTo>
                    <a:pt x="633378" y="203182"/>
                  </a:lnTo>
                  <a:lnTo>
                    <a:pt x="614159" y="164515"/>
                  </a:lnTo>
                  <a:lnTo>
                    <a:pt x="590256" y="128612"/>
                  </a:lnTo>
                  <a:lnTo>
                    <a:pt x="562000" y="96253"/>
                  </a:lnTo>
                  <a:lnTo>
                    <a:pt x="529763" y="67875"/>
                  </a:lnTo>
                  <a:lnTo>
                    <a:pt x="493915" y="43916"/>
                  </a:lnTo>
                  <a:lnTo>
                    <a:pt x="455199" y="24908"/>
                  </a:lnTo>
                  <a:lnTo>
                    <a:pt x="414491" y="11161"/>
                  </a:lnTo>
                  <a:lnTo>
                    <a:pt x="372366" y="2813"/>
                  </a:lnTo>
                  <a:lnTo>
                    <a:pt x="329399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67843" y="4455363"/>
              <a:ext cx="341998" cy="341998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7245984" y="4464265"/>
            <a:ext cx="10763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Live</a:t>
            </a:r>
            <a:r>
              <a:rPr dirty="0" sz="16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tracking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Campus</a:t>
            </a:r>
            <a:r>
              <a:rPr dirty="0" spc="-25"/>
              <a:t> </a:t>
            </a:r>
            <a:r>
              <a:rPr dirty="0"/>
              <a:t>Ride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Auto-</a:t>
            </a:r>
            <a:r>
              <a:rPr dirty="0" spc="-10"/>
              <a:t>Booking</a:t>
            </a:r>
            <a:r>
              <a:rPr dirty="0" spc="-20"/>
              <a:t> Platform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Thapar</a:t>
            </a:r>
            <a:r>
              <a:rPr dirty="0" spc="-15"/>
              <a:t> </a:t>
            </a:r>
            <a:r>
              <a:rPr dirty="0" spc="-10"/>
              <a:t>University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6514820" y="4969550"/>
            <a:ext cx="2849245" cy="420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100"/>
              </a:spcBef>
            </a:pPr>
            <a:r>
              <a:rPr dirty="0" sz="1200" spc="-20">
                <a:solidFill>
                  <a:srgbClr val="E5EDFA"/>
                </a:solidFill>
                <a:latin typeface="Calibri"/>
                <a:cs typeface="Calibri"/>
              </a:rPr>
              <a:t>Real-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time</a:t>
            </a:r>
            <a:r>
              <a:rPr dirty="0" sz="1200" spc="-1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vehicle</a:t>
            </a:r>
            <a:r>
              <a:rPr dirty="0" sz="1200" spc="-1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location</a:t>
            </a:r>
            <a:r>
              <a:rPr dirty="0" sz="1200" spc="-1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for</a:t>
            </a:r>
            <a:r>
              <a:rPr dirty="0" sz="1200" spc="-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students </a:t>
            </a:r>
            <a:r>
              <a:rPr dirty="0" sz="1200" spc="-25">
                <a:solidFill>
                  <a:srgbClr val="E5EDFA"/>
                </a:solidFill>
                <a:latin typeface="Calibri"/>
                <a:cs typeface="Calibri"/>
              </a:rPr>
              <a:t>and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admins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—</a:t>
            </a:r>
            <a:r>
              <a:rPr dirty="0" sz="120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follow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the</a:t>
            </a:r>
            <a:r>
              <a:rPr dirty="0" sz="1200" spc="-4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trip</a:t>
            </a:r>
            <a:r>
              <a:rPr dirty="0" sz="1200" spc="-2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on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campus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E5EDFA"/>
                </a:solidFill>
                <a:latin typeface="Calibri"/>
                <a:cs typeface="Calibri"/>
              </a:rPr>
              <a:t>map.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943" y="124129"/>
            <a:ext cx="527050" cy="90043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420"/>
              </a:spcBef>
            </a:pPr>
            <a:r>
              <a:rPr dirty="0" sz="2600" spc="-370" b="1">
                <a:solidFill>
                  <a:srgbClr val="FFFFFF"/>
                </a:solidFill>
                <a:latin typeface="Times New Roman"/>
                <a:cs typeface="Times New Roman"/>
              </a:rPr>
              <a:t>CR</a:t>
            </a:r>
            <a:endParaRPr sz="2600">
              <a:latin typeface="Times New Roman"/>
              <a:cs typeface="Times New Roman"/>
            </a:endParaRPr>
          </a:p>
          <a:p>
            <a:pPr marL="106680" marR="5080" indent="-94615">
              <a:lnSpc>
                <a:spcPct val="112200"/>
              </a:lnSpc>
              <a:spcBef>
                <a:spcPts val="290"/>
              </a:spcBef>
            </a:pP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C</a:t>
            </a:r>
            <a:r>
              <a:rPr dirty="0" sz="800" spc="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A</a:t>
            </a:r>
            <a:r>
              <a:rPr dirty="0" sz="800" spc="2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M</a:t>
            </a:r>
            <a:r>
              <a:rPr dirty="0" sz="800" spc="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P</a:t>
            </a:r>
            <a:r>
              <a:rPr dirty="0" sz="800" spc="2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U</a:t>
            </a:r>
            <a:r>
              <a:rPr dirty="0" sz="800" spc="1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1C04D"/>
                </a:solidFill>
                <a:latin typeface="Calibri"/>
                <a:cs typeface="Calibri"/>
              </a:rPr>
              <a:t>S</a:t>
            </a:r>
            <a:r>
              <a:rPr dirty="0" sz="800" spc="50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R</a:t>
            </a:r>
            <a:r>
              <a:rPr dirty="0" sz="800" spc="9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I</a:t>
            </a:r>
            <a:r>
              <a:rPr dirty="0" sz="800" spc="114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D</a:t>
            </a:r>
            <a:r>
              <a:rPr dirty="0" sz="800" spc="1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60" b="1">
                <a:solidFill>
                  <a:srgbClr val="F1C04D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554664" y="248944"/>
            <a:ext cx="1339215" cy="799465"/>
            <a:chOff x="10554664" y="248944"/>
            <a:chExt cx="1339215" cy="799465"/>
          </a:xfrm>
        </p:grpSpPr>
        <p:sp>
          <p:nvSpPr>
            <p:cNvPr id="4" name="object 4"/>
            <p:cNvSpPr/>
            <p:nvPr/>
          </p:nvSpPr>
          <p:spPr>
            <a:xfrm>
              <a:off x="10560964" y="255244"/>
              <a:ext cx="1326515" cy="786765"/>
            </a:xfrm>
            <a:custGeom>
              <a:avLst/>
              <a:gdLst/>
              <a:ahLst/>
              <a:cxnLst/>
              <a:rect l="l" t="t" r="r" b="b"/>
              <a:pathLst>
                <a:path w="1326515" h="78676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695159"/>
                  </a:lnTo>
                  <a:lnTo>
                    <a:pt x="798" y="707159"/>
                  </a:lnTo>
                  <a:lnTo>
                    <a:pt x="18830" y="750916"/>
                  </a:lnTo>
                  <a:lnTo>
                    <a:pt x="56505" y="779607"/>
                  </a:lnTo>
                  <a:lnTo>
                    <a:pt x="91440" y="786599"/>
                  </a:lnTo>
                  <a:lnTo>
                    <a:pt x="1234795" y="786599"/>
                  </a:lnTo>
                  <a:lnTo>
                    <a:pt x="1280515" y="774357"/>
                  </a:lnTo>
                  <a:lnTo>
                    <a:pt x="1313992" y="740879"/>
                  </a:lnTo>
                  <a:lnTo>
                    <a:pt x="1326235" y="695159"/>
                  </a:lnTo>
                  <a:lnTo>
                    <a:pt x="1326211" y="91440"/>
                  </a:lnTo>
                  <a:lnTo>
                    <a:pt x="1313992" y="46075"/>
                  </a:lnTo>
                  <a:lnTo>
                    <a:pt x="1280515" y="12598"/>
                  </a:lnTo>
                  <a:lnTo>
                    <a:pt x="123479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3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560964" y="255244"/>
              <a:ext cx="1326515" cy="786765"/>
            </a:xfrm>
            <a:custGeom>
              <a:avLst/>
              <a:gdLst/>
              <a:ahLst/>
              <a:cxnLst/>
              <a:rect l="l" t="t" r="r" b="b"/>
              <a:pathLst>
                <a:path w="1326515" h="78676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1234795" y="355"/>
                  </a:lnTo>
                  <a:lnTo>
                    <a:pt x="1280515" y="12598"/>
                  </a:lnTo>
                  <a:lnTo>
                    <a:pt x="1313992" y="46075"/>
                  </a:lnTo>
                  <a:lnTo>
                    <a:pt x="1326235" y="91795"/>
                  </a:lnTo>
                  <a:lnTo>
                    <a:pt x="1326235" y="695159"/>
                  </a:lnTo>
                  <a:lnTo>
                    <a:pt x="1325437" y="707159"/>
                  </a:lnTo>
                  <a:lnTo>
                    <a:pt x="1323086" y="718824"/>
                  </a:lnTo>
                  <a:lnTo>
                    <a:pt x="1299554" y="759909"/>
                  </a:lnTo>
                  <a:lnTo>
                    <a:pt x="1258465" y="783445"/>
                  </a:lnTo>
                  <a:lnTo>
                    <a:pt x="1234795" y="786599"/>
                  </a:lnTo>
                  <a:lnTo>
                    <a:pt x="91440" y="786599"/>
                  </a:lnTo>
                  <a:lnTo>
                    <a:pt x="45720" y="774357"/>
                  </a:lnTo>
                  <a:lnTo>
                    <a:pt x="12230" y="740879"/>
                  </a:lnTo>
                  <a:lnTo>
                    <a:pt x="0" y="695159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D5DD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638256" y="493813"/>
            <a:ext cx="97726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E3763"/>
                </a:solidFill>
                <a:latin typeface="Calibri"/>
                <a:cs typeface="Calibri"/>
              </a:rPr>
              <a:t>THAPAR</a:t>
            </a:r>
            <a:endParaRPr sz="1200">
              <a:latin typeface="Calibri"/>
              <a:cs typeface="Calibri"/>
            </a:endParaRPr>
          </a:p>
          <a:p>
            <a:pPr marL="207645">
              <a:lnSpc>
                <a:spcPts val="810"/>
              </a:lnSpc>
            </a:pPr>
            <a:r>
              <a:rPr dirty="0" sz="700" spc="-10" b="1">
                <a:solidFill>
                  <a:srgbClr val="4371A7"/>
                </a:solidFill>
                <a:latin typeface="Calibri"/>
                <a:cs typeface="Calibri"/>
              </a:rPr>
              <a:t>PROJECT</a:t>
            </a:r>
            <a:r>
              <a:rPr dirty="0" sz="700" spc="-20" b="1">
                <a:solidFill>
                  <a:srgbClr val="4371A7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4371A7"/>
                </a:solidFill>
                <a:latin typeface="Calibri"/>
                <a:cs typeface="Calibri"/>
              </a:rPr>
              <a:t>SHOWCASE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48385">
              <a:lnSpc>
                <a:spcPct val="100000"/>
              </a:lnSpc>
              <a:spcBef>
                <a:spcPts val="95"/>
              </a:spcBef>
            </a:pPr>
            <a:r>
              <a:rPr dirty="0" spc="-370"/>
              <a:t>SYSTEM</a:t>
            </a:r>
            <a:r>
              <a:rPr dirty="0" spc="-114"/>
              <a:t> </a:t>
            </a:r>
            <a:r>
              <a:rPr dirty="0" spc="-340"/>
              <a:t>ARCHITECTURE</a:t>
            </a:r>
          </a:p>
        </p:txBody>
      </p:sp>
      <p:sp>
        <p:nvSpPr>
          <p:cNvPr id="8" name="object 8"/>
          <p:cNvSpPr/>
          <p:nvPr/>
        </p:nvSpPr>
        <p:spPr>
          <a:xfrm>
            <a:off x="-355" y="6455155"/>
            <a:ext cx="12192000" cy="402590"/>
          </a:xfrm>
          <a:custGeom>
            <a:avLst/>
            <a:gdLst/>
            <a:ahLst/>
            <a:cxnLst/>
            <a:rect l="l" t="t" r="r" b="b"/>
            <a:pathLst>
              <a:path w="12192000" h="402590">
                <a:moveTo>
                  <a:pt x="12191390" y="0"/>
                </a:moveTo>
                <a:lnTo>
                  <a:pt x="0" y="0"/>
                </a:lnTo>
                <a:lnTo>
                  <a:pt x="0" y="402120"/>
                </a:lnTo>
                <a:lnTo>
                  <a:pt x="6095873" y="402120"/>
                </a:lnTo>
                <a:lnTo>
                  <a:pt x="12191390" y="402120"/>
                </a:lnTo>
                <a:lnTo>
                  <a:pt x="12191390" y="0"/>
                </a:lnTo>
                <a:close/>
              </a:path>
            </a:pathLst>
          </a:custGeom>
          <a:solidFill>
            <a:srgbClr val="1E376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404456" y="1273504"/>
            <a:ext cx="7694295" cy="854710"/>
            <a:chOff x="404456" y="1273504"/>
            <a:chExt cx="7694295" cy="854710"/>
          </a:xfrm>
        </p:grpSpPr>
        <p:sp>
          <p:nvSpPr>
            <p:cNvPr id="10" name="object 10"/>
            <p:cNvSpPr/>
            <p:nvPr/>
          </p:nvSpPr>
          <p:spPr>
            <a:xfrm>
              <a:off x="410756" y="1279804"/>
              <a:ext cx="7681595" cy="842010"/>
            </a:xfrm>
            <a:custGeom>
              <a:avLst/>
              <a:gdLst/>
              <a:ahLst/>
              <a:cxnLst/>
              <a:rect l="l" t="t" r="r" b="b"/>
              <a:pathLst>
                <a:path w="7681595" h="84201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731875"/>
                  </a:lnTo>
                  <a:lnTo>
                    <a:pt x="939" y="746305"/>
                  </a:lnTo>
                  <a:lnTo>
                    <a:pt x="3736" y="760363"/>
                  </a:lnTo>
                  <a:lnTo>
                    <a:pt x="8307" y="773796"/>
                  </a:lnTo>
                  <a:lnTo>
                    <a:pt x="8358" y="773946"/>
                  </a:lnTo>
                  <a:lnTo>
                    <a:pt x="14770" y="786955"/>
                  </a:lnTo>
                  <a:lnTo>
                    <a:pt x="22686" y="798668"/>
                  </a:lnTo>
                  <a:lnTo>
                    <a:pt x="22788" y="798818"/>
                  </a:lnTo>
                  <a:lnTo>
                    <a:pt x="55079" y="826909"/>
                  </a:lnTo>
                  <a:lnTo>
                    <a:pt x="95379" y="840740"/>
                  </a:lnTo>
                  <a:lnTo>
                    <a:pt x="109804" y="841679"/>
                  </a:lnTo>
                  <a:lnTo>
                    <a:pt x="7571524" y="841679"/>
                  </a:lnTo>
                  <a:lnTo>
                    <a:pt x="7613595" y="833321"/>
                  </a:lnTo>
                  <a:lnTo>
                    <a:pt x="7649097" y="809499"/>
                  </a:lnTo>
                  <a:lnTo>
                    <a:pt x="7672894" y="773946"/>
                  </a:lnTo>
                  <a:lnTo>
                    <a:pt x="7681328" y="731875"/>
                  </a:lnTo>
                  <a:lnTo>
                    <a:pt x="7681304" y="109791"/>
                  </a:lnTo>
                  <a:lnTo>
                    <a:pt x="7672970" y="68088"/>
                  </a:lnTo>
                  <a:lnTo>
                    <a:pt x="7649103" y="32534"/>
                  </a:lnTo>
                  <a:lnTo>
                    <a:pt x="7613445" y="8708"/>
                  </a:lnTo>
                  <a:lnTo>
                    <a:pt x="757152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10756" y="1279804"/>
              <a:ext cx="7681595" cy="842010"/>
            </a:xfrm>
            <a:custGeom>
              <a:avLst/>
              <a:gdLst/>
              <a:ahLst/>
              <a:cxnLst/>
              <a:rect l="l" t="t" r="r" b="b"/>
              <a:pathLst>
                <a:path w="7681595" h="842010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7571524" y="355"/>
                  </a:lnTo>
                  <a:lnTo>
                    <a:pt x="7613445" y="8708"/>
                  </a:lnTo>
                  <a:lnTo>
                    <a:pt x="7649103" y="32534"/>
                  </a:lnTo>
                  <a:lnTo>
                    <a:pt x="7672970" y="68088"/>
                  </a:lnTo>
                  <a:lnTo>
                    <a:pt x="7681328" y="110159"/>
                  </a:lnTo>
                  <a:lnTo>
                    <a:pt x="7681328" y="731875"/>
                  </a:lnTo>
                  <a:lnTo>
                    <a:pt x="7680388" y="746300"/>
                  </a:lnTo>
                  <a:lnTo>
                    <a:pt x="7677591" y="760318"/>
                  </a:lnTo>
                  <a:lnTo>
                    <a:pt x="7658545" y="798668"/>
                  </a:lnTo>
                  <a:lnTo>
                    <a:pt x="7626604" y="826909"/>
                  </a:lnTo>
                  <a:lnTo>
                    <a:pt x="7585954" y="840740"/>
                  </a:lnTo>
                  <a:lnTo>
                    <a:pt x="7571524" y="841679"/>
                  </a:lnTo>
                  <a:lnTo>
                    <a:pt x="109804" y="841679"/>
                  </a:lnTo>
                  <a:lnTo>
                    <a:pt x="67882" y="833321"/>
                  </a:lnTo>
                  <a:lnTo>
                    <a:pt x="32224" y="809499"/>
                  </a:lnTo>
                  <a:lnTo>
                    <a:pt x="8358" y="773946"/>
                  </a:lnTo>
                  <a:lnTo>
                    <a:pt x="0" y="731875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2D5E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1715" y="1463040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007"/>
                  </a:lnTo>
                  <a:lnTo>
                    <a:pt x="118808" y="31673"/>
                  </a:lnTo>
                  <a:lnTo>
                    <a:pt x="69575" y="69434"/>
                  </a:lnTo>
                  <a:lnTo>
                    <a:pt x="31686" y="118795"/>
                  </a:lnTo>
                  <a:lnTo>
                    <a:pt x="8147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7" y="328521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93" y="457336"/>
                  </a:lnTo>
                  <a:lnTo>
                    <a:pt x="206839" y="473493"/>
                  </a:lnTo>
                  <a:lnTo>
                    <a:pt x="237959" y="475564"/>
                  </a:lnTo>
                  <a:lnTo>
                    <a:pt x="268877" y="473493"/>
                  </a:lnTo>
                  <a:lnTo>
                    <a:pt x="328687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92" y="146675"/>
                  </a:lnTo>
                  <a:lnTo>
                    <a:pt x="426525" y="92781"/>
                  </a:lnTo>
                  <a:lnTo>
                    <a:pt x="382627" y="48987"/>
                  </a:lnTo>
                  <a:lnTo>
                    <a:pt x="328687" y="17916"/>
                  </a:lnTo>
                  <a:lnTo>
                    <a:pt x="268877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838" y="1576793"/>
              <a:ext cx="246964" cy="24696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375460" y="1417942"/>
            <a:ext cx="3372485" cy="548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Frontend</a:t>
            </a:r>
            <a:r>
              <a:rPr dirty="0" sz="15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5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Flutter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Single</a:t>
            </a:r>
            <a:r>
              <a:rPr dirty="0" sz="115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Dart</a:t>
            </a:r>
            <a:r>
              <a:rPr dirty="0" sz="115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codebase</a:t>
            </a:r>
            <a:r>
              <a:rPr dirty="0" sz="1150" spc="-4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producing</a:t>
            </a:r>
            <a:r>
              <a:rPr dirty="0" sz="115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Android</a:t>
            </a:r>
            <a:r>
              <a:rPr dirty="0" sz="115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and</a:t>
            </a:r>
            <a:r>
              <a:rPr dirty="0" sz="115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web</a:t>
            </a:r>
            <a:r>
              <a:rPr dirty="0" sz="115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builds.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4456" y="2206256"/>
            <a:ext cx="7694295" cy="854710"/>
            <a:chOff x="404456" y="2206256"/>
            <a:chExt cx="7694295" cy="854710"/>
          </a:xfrm>
        </p:grpSpPr>
        <p:sp>
          <p:nvSpPr>
            <p:cNvPr id="16" name="object 16"/>
            <p:cNvSpPr/>
            <p:nvPr/>
          </p:nvSpPr>
          <p:spPr>
            <a:xfrm>
              <a:off x="410756" y="2212555"/>
              <a:ext cx="7681595" cy="842010"/>
            </a:xfrm>
            <a:custGeom>
              <a:avLst/>
              <a:gdLst/>
              <a:ahLst/>
              <a:cxnLst/>
              <a:rect l="l" t="t" r="r" b="b"/>
              <a:pathLst>
                <a:path w="7681595" h="84201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731888"/>
                  </a:lnTo>
                  <a:lnTo>
                    <a:pt x="939" y="746311"/>
                  </a:lnTo>
                  <a:lnTo>
                    <a:pt x="3736" y="760366"/>
                  </a:lnTo>
                  <a:lnTo>
                    <a:pt x="8305" y="773797"/>
                  </a:lnTo>
                  <a:lnTo>
                    <a:pt x="8358" y="773952"/>
                  </a:lnTo>
                  <a:lnTo>
                    <a:pt x="14770" y="786968"/>
                  </a:lnTo>
                  <a:lnTo>
                    <a:pt x="22683" y="798676"/>
                  </a:lnTo>
                  <a:lnTo>
                    <a:pt x="22788" y="798831"/>
                  </a:lnTo>
                  <a:lnTo>
                    <a:pt x="55079" y="826922"/>
                  </a:lnTo>
                  <a:lnTo>
                    <a:pt x="95379" y="840740"/>
                  </a:lnTo>
                  <a:lnTo>
                    <a:pt x="109804" y="841679"/>
                  </a:lnTo>
                  <a:lnTo>
                    <a:pt x="7571524" y="841679"/>
                  </a:lnTo>
                  <a:lnTo>
                    <a:pt x="7613595" y="833326"/>
                  </a:lnTo>
                  <a:lnTo>
                    <a:pt x="7649095" y="809512"/>
                  </a:lnTo>
                  <a:lnTo>
                    <a:pt x="7672892" y="773952"/>
                  </a:lnTo>
                  <a:lnTo>
                    <a:pt x="7681328" y="731888"/>
                  </a:lnTo>
                  <a:lnTo>
                    <a:pt x="7681305" y="109804"/>
                  </a:lnTo>
                  <a:lnTo>
                    <a:pt x="7672970" y="68095"/>
                  </a:lnTo>
                  <a:lnTo>
                    <a:pt x="7649103" y="32535"/>
                  </a:lnTo>
                  <a:lnTo>
                    <a:pt x="7613445" y="8721"/>
                  </a:lnTo>
                  <a:lnTo>
                    <a:pt x="757152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10756" y="2212555"/>
              <a:ext cx="7681595" cy="842010"/>
            </a:xfrm>
            <a:custGeom>
              <a:avLst/>
              <a:gdLst/>
              <a:ahLst/>
              <a:cxnLst/>
              <a:rect l="l" t="t" r="r" b="b"/>
              <a:pathLst>
                <a:path w="7681595" h="84201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7571524" y="368"/>
                  </a:lnTo>
                  <a:lnTo>
                    <a:pt x="7613445" y="8721"/>
                  </a:lnTo>
                  <a:lnTo>
                    <a:pt x="7649103" y="32535"/>
                  </a:lnTo>
                  <a:lnTo>
                    <a:pt x="7672970" y="68095"/>
                  </a:lnTo>
                  <a:lnTo>
                    <a:pt x="7681328" y="110159"/>
                  </a:lnTo>
                  <a:lnTo>
                    <a:pt x="7681328" y="731888"/>
                  </a:lnTo>
                  <a:lnTo>
                    <a:pt x="7680388" y="746305"/>
                  </a:lnTo>
                  <a:lnTo>
                    <a:pt x="7677591" y="760320"/>
                  </a:lnTo>
                  <a:lnTo>
                    <a:pt x="7658545" y="798676"/>
                  </a:lnTo>
                  <a:lnTo>
                    <a:pt x="7626604" y="826922"/>
                  </a:lnTo>
                  <a:lnTo>
                    <a:pt x="7585954" y="840740"/>
                  </a:lnTo>
                  <a:lnTo>
                    <a:pt x="7571524" y="841679"/>
                  </a:lnTo>
                  <a:lnTo>
                    <a:pt x="109804" y="841679"/>
                  </a:lnTo>
                  <a:lnTo>
                    <a:pt x="67882" y="833326"/>
                  </a:lnTo>
                  <a:lnTo>
                    <a:pt x="32224" y="809512"/>
                  </a:lnTo>
                  <a:lnTo>
                    <a:pt x="8358" y="773952"/>
                  </a:lnTo>
                  <a:lnTo>
                    <a:pt x="0" y="731888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0756" y="2212555"/>
              <a:ext cx="7681595" cy="842010"/>
            </a:xfrm>
            <a:custGeom>
              <a:avLst/>
              <a:gdLst/>
              <a:ahLst/>
              <a:cxnLst/>
              <a:rect l="l" t="t" r="r" b="b"/>
              <a:pathLst>
                <a:path w="7681595" h="84201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731888"/>
                  </a:lnTo>
                  <a:lnTo>
                    <a:pt x="939" y="746311"/>
                  </a:lnTo>
                  <a:lnTo>
                    <a:pt x="3736" y="760366"/>
                  </a:lnTo>
                  <a:lnTo>
                    <a:pt x="8305" y="773797"/>
                  </a:lnTo>
                  <a:lnTo>
                    <a:pt x="8358" y="773952"/>
                  </a:lnTo>
                  <a:lnTo>
                    <a:pt x="14770" y="786968"/>
                  </a:lnTo>
                  <a:lnTo>
                    <a:pt x="22683" y="798676"/>
                  </a:lnTo>
                  <a:lnTo>
                    <a:pt x="22788" y="798831"/>
                  </a:lnTo>
                  <a:lnTo>
                    <a:pt x="55079" y="826922"/>
                  </a:lnTo>
                  <a:lnTo>
                    <a:pt x="95379" y="840740"/>
                  </a:lnTo>
                  <a:lnTo>
                    <a:pt x="109804" y="841679"/>
                  </a:lnTo>
                  <a:lnTo>
                    <a:pt x="7571524" y="841679"/>
                  </a:lnTo>
                  <a:lnTo>
                    <a:pt x="7613595" y="833326"/>
                  </a:lnTo>
                  <a:lnTo>
                    <a:pt x="7649095" y="809512"/>
                  </a:lnTo>
                  <a:lnTo>
                    <a:pt x="7672892" y="773952"/>
                  </a:lnTo>
                  <a:lnTo>
                    <a:pt x="7681328" y="731888"/>
                  </a:lnTo>
                  <a:lnTo>
                    <a:pt x="7681305" y="109804"/>
                  </a:lnTo>
                  <a:lnTo>
                    <a:pt x="7672970" y="68095"/>
                  </a:lnTo>
                  <a:lnTo>
                    <a:pt x="7649103" y="32535"/>
                  </a:lnTo>
                  <a:lnTo>
                    <a:pt x="7613445" y="8721"/>
                  </a:lnTo>
                  <a:lnTo>
                    <a:pt x="757152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10756" y="2212555"/>
              <a:ext cx="7681595" cy="842010"/>
            </a:xfrm>
            <a:custGeom>
              <a:avLst/>
              <a:gdLst/>
              <a:ahLst/>
              <a:cxnLst/>
              <a:rect l="l" t="t" r="r" b="b"/>
              <a:pathLst>
                <a:path w="7681595" h="84201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7571524" y="368"/>
                  </a:lnTo>
                  <a:lnTo>
                    <a:pt x="7613445" y="8721"/>
                  </a:lnTo>
                  <a:lnTo>
                    <a:pt x="7649103" y="32535"/>
                  </a:lnTo>
                  <a:lnTo>
                    <a:pt x="7672970" y="68095"/>
                  </a:lnTo>
                  <a:lnTo>
                    <a:pt x="7681328" y="110159"/>
                  </a:lnTo>
                  <a:lnTo>
                    <a:pt x="7681328" y="731888"/>
                  </a:lnTo>
                  <a:lnTo>
                    <a:pt x="7680388" y="746305"/>
                  </a:lnTo>
                  <a:lnTo>
                    <a:pt x="7677591" y="760320"/>
                  </a:lnTo>
                  <a:lnTo>
                    <a:pt x="7658545" y="798676"/>
                  </a:lnTo>
                  <a:lnTo>
                    <a:pt x="7626604" y="826922"/>
                  </a:lnTo>
                  <a:lnTo>
                    <a:pt x="7585954" y="840740"/>
                  </a:lnTo>
                  <a:lnTo>
                    <a:pt x="7571524" y="841679"/>
                  </a:lnTo>
                  <a:lnTo>
                    <a:pt x="109804" y="841679"/>
                  </a:lnTo>
                  <a:lnTo>
                    <a:pt x="67882" y="833326"/>
                  </a:lnTo>
                  <a:lnTo>
                    <a:pt x="32224" y="809512"/>
                  </a:lnTo>
                  <a:lnTo>
                    <a:pt x="8358" y="773952"/>
                  </a:lnTo>
                  <a:lnTo>
                    <a:pt x="0" y="731888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21715" y="239580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007"/>
                  </a:lnTo>
                  <a:lnTo>
                    <a:pt x="118808" y="31673"/>
                  </a:lnTo>
                  <a:lnTo>
                    <a:pt x="69575" y="69429"/>
                  </a:lnTo>
                  <a:lnTo>
                    <a:pt x="31686" y="118795"/>
                  </a:lnTo>
                  <a:lnTo>
                    <a:pt x="8147" y="176036"/>
                  </a:lnTo>
                  <a:lnTo>
                    <a:pt x="0" y="237591"/>
                  </a:lnTo>
                  <a:lnTo>
                    <a:pt x="2064" y="268714"/>
                  </a:lnTo>
                  <a:lnTo>
                    <a:pt x="18077" y="328520"/>
                  </a:lnTo>
                  <a:lnTo>
                    <a:pt x="49044" y="382414"/>
                  </a:lnTo>
                  <a:lnTo>
                    <a:pt x="92942" y="426208"/>
                  </a:lnTo>
                  <a:lnTo>
                    <a:pt x="146893" y="457334"/>
                  </a:lnTo>
                  <a:lnTo>
                    <a:pt x="206839" y="473482"/>
                  </a:lnTo>
                  <a:lnTo>
                    <a:pt x="237959" y="475551"/>
                  </a:lnTo>
                  <a:lnTo>
                    <a:pt x="268877" y="473482"/>
                  </a:lnTo>
                  <a:lnTo>
                    <a:pt x="328687" y="457334"/>
                  </a:lnTo>
                  <a:lnTo>
                    <a:pt x="382627" y="426208"/>
                  </a:lnTo>
                  <a:lnTo>
                    <a:pt x="426525" y="382414"/>
                  </a:lnTo>
                  <a:lnTo>
                    <a:pt x="457492" y="328520"/>
                  </a:lnTo>
                  <a:lnTo>
                    <a:pt x="473499" y="268714"/>
                  </a:lnTo>
                  <a:lnTo>
                    <a:pt x="475564" y="237591"/>
                  </a:lnTo>
                  <a:lnTo>
                    <a:pt x="473499" y="206476"/>
                  </a:lnTo>
                  <a:lnTo>
                    <a:pt x="457492" y="146674"/>
                  </a:lnTo>
                  <a:lnTo>
                    <a:pt x="426525" y="92779"/>
                  </a:lnTo>
                  <a:lnTo>
                    <a:pt x="382627" y="48981"/>
                  </a:lnTo>
                  <a:lnTo>
                    <a:pt x="328687" y="17916"/>
                  </a:lnTo>
                  <a:lnTo>
                    <a:pt x="268877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838" y="2509558"/>
              <a:ext cx="246964" cy="24696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375460" y="2350706"/>
            <a:ext cx="4196080" cy="547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E3763"/>
                </a:solidFill>
                <a:latin typeface="Calibri"/>
                <a:cs typeface="Calibri"/>
              </a:rPr>
              <a:t>Backend</a:t>
            </a:r>
            <a:r>
              <a:rPr dirty="0" sz="1500" spc="-3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3763"/>
                </a:solidFill>
                <a:latin typeface="Calibri"/>
                <a:cs typeface="Calibri"/>
              </a:rPr>
              <a:t>—</a:t>
            </a:r>
            <a:r>
              <a:rPr dirty="0" sz="1500" spc="-4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3763"/>
                </a:solidFill>
                <a:latin typeface="Calibri"/>
                <a:cs typeface="Calibri"/>
              </a:rPr>
              <a:t>Node.js</a:t>
            </a:r>
            <a:r>
              <a:rPr dirty="0" sz="1500" spc="-4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3763"/>
                </a:solidFill>
                <a:latin typeface="Calibri"/>
                <a:cs typeface="Calibri"/>
              </a:rPr>
              <a:t>+</a:t>
            </a:r>
            <a:r>
              <a:rPr dirty="0" sz="1500" spc="-4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3763"/>
                </a:solidFill>
                <a:latin typeface="Calibri"/>
                <a:cs typeface="Calibri"/>
              </a:rPr>
              <a:t>Express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REST</a:t>
            </a:r>
            <a:r>
              <a:rPr dirty="0" sz="1150" spc="-1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APIs</a:t>
            </a:r>
            <a:r>
              <a:rPr dirty="0" sz="1150" spc="-2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for</a:t>
            </a:r>
            <a:r>
              <a:rPr dirty="0" sz="1150" spc="-2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locations,</a:t>
            </a:r>
            <a:r>
              <a:rPr dirty="0" sz="1150" spc="-2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registration,</a:t>
            </a:r>
            <a:r>
              <a:rPr dirty="0" sz="1150" spc="-1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the</a:t>
            </a:r>
            <a:r>
              <a:rPr dirty="0" sz="1150" spc="-2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pooling</a:t>
            </a:r>
            <a:r>
              <a:rPr dirty="0" sz="1150" spc="-1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engine,</a:t>
            </a:r>
            <a:r>
              <a:rPr dirty="0" sz="1150" spc="-2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and</a:t>
            </a:r>
            <a:r>
              <a:rPr dirty="0" sz="1150" spc="-2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bookings.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04456" y="3139020"/>
            <a:ext cx="7694295" cy="854710"/>
            <a:chOff x="404456" y="3139020"/>
            <a:chExt cx="7694295" cy="854710"/>
          </a:xfrm>
        </p:grpSpPr>
        <p:sp>
          <p:nvSpPr>
            <p:cNvPr id="24" name="object 24"/>
            <p:cNvSpPr/>
            <p:nvPr/>
          </p:nvSpPr>
          <p:spPr>
            <a:xfrm>
              <a:off x="410756" y="3145320"/>
              <a:ext cx="7681595" cy="842010"/>
            </a:xfrm>
            <a:custGeom>
              <a:avLst/>
              <a:gdLst/>
              <a:ahLst/>
              <a:cxnLst/>
              <a:rect l="l" t="t" r="r" b="b"/>
              <a:pathLst>
                <a:path w="7681595" h="842010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731875"/>
                  </a:lnTo>
                  <a:lnTo>
                    <a:pt x="939" y="746305"/>
                  </a:lnTo>
                  <a:lnTo>
                    <a:pt x="14770" y="786955"/>
                  </a:lnTo>
                  <a:lnTo>
                    <a:pt x="43011" y="818902"/>
                  </a:lnTo>
                  <a:lnTo>
                    <a:pt x="81360" y="837944"/>
                  </a:lnTo>
                  <a:lnTo>
                    <a:pt x="109804" y="841679"/>
                  </a:lnTo>
                  <a:lnTo>
                    <a:pt x="7571524" y="841679"/>
                  </a:lnTo>
                  <a:lnTo>
                    <a:pt x="7613595" y="833326"/>
                  </a:lnTo>
                  <a:lnTo>
                    <a:pt x="7649097" y="809501"/>
                  </a:lnTo>
                  <a:lnTo>
                    <a:pt x="7672894" y="773946"/>
                  </a:lnTo>
                  <a:lnTo>
                    <a:pt x="7672970" y="773796"/>
                  </a:lnTo>
                  <a:lnTo>
                    <a:pt x="7677576" y="760363"/>
                  </a:lnTo>
                  <a:lnTo>
                    <a:pt x="7680387" y="746305"/>
                  </a:lnTo>
                  <a:lnTo>
                    <a:pt x="7681328" y="731875"/>
                  </a:lnTo>
                  <a:lnTo>
                    <a:pt x="7681305" y="109804"/>
                  </a:lnTo>
                  <a:lnTo>
                    <a:pt x="7672970" y="68088"/>
                  </a:lnTo>
                  <a:lnTo>
                    <a:pt x="7649103" y="32535"/>
                  </a:lnTo>
                  <a:lnTo>
                    <a:pt x="7613445" y="8713"/>
                  </a:lnTo>
                  <a:lnTo>
                    <a:pt x="757152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10756" y="3145320"/>
              <a:ext cx="7681595" cy="842010"/>
            </a:xfrm>
            <a:custGeom>
              <a:avLst/>
              <a:gdLst/>
              <a:ahLst/>
              <a:cxnLst/>
              <a:rect l="l" t="t" r="r" b="b"/>
              <a:pathLst>
                <a:path w="7681595" h="84201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7571524" y="355"/>
                  </a:lnTo>
                  <a:lnTo>
                    <a:pt x="7613445" y="8713"/>
                  </a:lnTo>
                  <a:lnTo>
                    <a:pt x="7649103" y="32535"/>
                  </a:lnTo>
                  <a:lnTo>
                    <a:pt x="7672970" y="68088"/>
                  </a:lnTo>
                  <a:lnTo>
                    <a:pt x="7681328" y="110159"/>
                  </a:lnTo>
                  <a:lnTo>
                    <a:pt x="7681328" y="731875"/>
                  </a:lnTo>
                  <a:lnTo>
                    <a:pt x="7680388" y="746300"/>
                  </a:lnTo>
                  <a:lnTo>
                    <a:pt x="7677591" y="760318"/>
                  </a:lnTo>
                  <a:lnTo>
                    <a:pt x="7658545" y="798668"/>
                  </a:lnTo>
                  <a:lnTo>
                    <a:pt x="7626604" y="826922"/>
                  </a:lnTo>
                  <a:lnTo>
                    <a:pt x="7585954" y="840740"/>
                  </a:lnTo>
                  <a:lnTo>
                    <a:pt x="7571524" y="841679"/>
                  </a:lnTo>
                  <a:lnTo>
                    <a:pt x="109804" y="841679"/>
                  </a:lnTo>
                  <a:lnTo>
                    <a:pt x="67882" y="833326"/>
                  </a:lnTo>
                  <a:lnTo>
                    <a:pt x="32224" y="809501"/>
                  </a:lnTo>
                  <a:lnTo>
                    <a:pt x="8358" y="773946"/>
                  </a:lnTo>
                  <a:lnTo>
                    <a:pt x="0" y="731875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2D5E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21715" y="332855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013"/>
                  </a:lnTo>
                  <a:lnTo>
                    <a:pt x="118808" y="31686"/>
                  </a:lnTo>
                  <a:lnTo>
                    <a:pt x="69575" y="69442"/>
                  </a:lnTo>
                  <a:lnTo>
                    <a:pt x="31686" y="118808"/>
                  </a:lnTo>
                  <a:lnTo>
                    <a:pt x="8147" y="176044"/>
                  </a:lnTo>
                  <a:lnTo>
                    <a:pt x="0" y="237604"/>
                  </a:lnTo>
                  <a:lnTo>
                    <a:pt x="2064" y="268721"/>
                  </a:lnTo>
                  <a:lnTo>
                    <a:pt x="18077" y="328526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93" y="457336"/>
                  </a:lnTo>
                  <a:lnTo>
                    <a:pt x="206839" y="473493"/>
                  </a:lnTo>
                  <a:lnTo>
                    <a:pt x="237959" y="475564"/>
                  </a:lnTo>
                  <a:lnTo>
                    <a:pt x="268877" y="473493"/>
                  </a:lnTo>
                  <a:lnTo>
                    <a:pt x="328687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6"/>
                  </a:lnTo>
                  <a:lnTo>
                    <a:pt x="473499" y="268721"/>
                  </a:lnTo>
                  <a:lnTo>
                    <a:pt x="475564" y="237604"/>
                  </a:lnTo>
                  <a:lnTo>
                    <a:pt x="473499" y="206487"/>
                  </a:lnTo>
                  <a:lnTo>
                    <a:pt x="457492" y="146682"/>
                  </a:lnTo>
                  <a:lnTo>
                    <a:pt x="426525" y="92792"/>
                  </a:lnTo>
                  <a:lnTo>
                    <a:pt x="382627" y="48994"/>
                  </a:lnTo>
                  <a:lnTo>
                    <a:pt x="328687" y="17927"/>
                  </a:lnTo>
                  <a:lnTo>
                    <a:pt x="268877" y="2014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5838" y="3442309"/>
              <a:ext cx="246964" cy="24696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375460" y="3283102"/>
            <a:ext cx="4602480" cy="548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Auth</a:t>
            </a:r>
            <a:r>
              <a:rPr dirty="0" sz="15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5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Firebase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Google</a:t>
            </a:r>
            <a:r>
              <a:rPr dirty="0" sz="1150" spc="-2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Sign-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In</a:t>
            </a:r>
            <a:r>
              <a:rPr dirty="0" sz="1150" spc="-2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restricted</a:t>
            </a:r>
            <a:r>
              <a:rPr dirty="0" sz="1150" spc="-2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to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 @thapar.edu</a:t>
            </a:r>
            <a:r>
              <a:rPr dirty="0" sz="1150" spc="-2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for</a:t>
            </a:r>
            <a:r>
              <a:rPr dirty="0" sz="1150" spc="-2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students;</a:t>
            </a:r>
            <a:r>
              <a:rPr dirty="0" sz="1150" spc="-2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phone</a:t>
            </a:r>
            <a:r>
              <a:rPr dirty="0" sz="1150" spc="-2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OTP</a:t>
            </a:r>
            <a:r>
              <a:rPr dirty="0" sz="1150" spc="-2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for</a:t>
            </a:r>
            <a:r>
              <a:rPr dirty="0" sz="1150" spc="-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drivers.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04456" y="4071416"/>
            <a:ext cx="7694295" cy="854710"/>
            <a:chOff x="404456" y="4071416"/>
            <a:chExt cx="7694295" cy="854710"/>
          </a:xfrm>
        </p:grpSpPr>
        <p:sp>
          <p:nvSpPr>
            <p:cNvPr id="30" name="object 30"/>
            <p:cNvSpPr/>
            <p:nvPr/>
          </p:nvSpPr>
          <p:spPr>
            <a:xfrm>
              <a:off x="410756" y="4077716"/>
              <a:ext cx="7681595" cy="842010"/>
            </a:xfrm>
            <a:custGeom>
              <a:avLst/>
              <a:gdLst/>
              <a:ahLst/>
              <a:cxnLst/>
              <a:rect l="l" t="t" r="r" b="b"/>
              <a:pathLst>
                <a:path w="7681595" h="84201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731888"/>
                  </a:lnTo>
                  <a:lnTo>
                    <a:pt x="939" y="746311"/>
                  </a:lnTo>
                  <a:lnTo>
                    <a:pt x="14770" y="786968"/>
                  </a:lnTo>
                  <a:lnTo>
                    <a:pt x="22683" y="798676"/>
                  </a:lnTo>
                  <a:lnTo>
                    <a:pt x="22788" y="798831"/>
                  </a:lnTo>
                  <a:lnTo>
                    <a:pt x="55079" y="826922"/>
                  </a:lnTo>
                  <a:lnTo>
                    <a:pt x="95379" y="840740"/>
                  </a:lnTo>
                  <a:lnTo>
                    <a:pt x="109804" y="841679"/>
                  </a:lnTo>
                  <a:lnTo>
                    <a:pt x="7571524" y="841679"/>
                  </a:lnTo>
                  <a:lnTo>
                    <a:pt x="7613595" y="833326"/>
                  </a:lnTo>
                  <a:lnTo>
                    <a:pt x="7649095" y="809512"/>
                  </a:lnTo>
                  <a:lnTo>
                    <a:pt x="7672892" y="773952"/>
                  </a:lnTo>
                  <a:lnTo>
                    <a:pt x="7672970" y="773797"/>
                  </a:lnTo>
                  <a:lnTo>
                    <a:pt x="7677575" y="760366"/>
                  </a:lnTo>
                  <a:lnTo>
                    <a:pt x="7680387" y="746311"/>
                  </a:lnTo>
                  <a:lnTo>
                    <a:pt x="7681328" y="731888"/>
                  </a:lnTo>
                  <a:lnTo>
                    <a:pt x="7681305" y="109804"/>
                  </a:lnTo>
                  <a:lnTo>
                    <a:pt x="7672970" y="68095"/>
                  </a:lnTo>
                  <a:lnTo>
                    <a:pt x="7649103" y="32535"/>
                  </a:lnTo>
                  <a:lnTo>
                    <a:pt x="7613445" y="8721"/>
                  </a:lnTo>
                  <a:lnTo>
                    <a:pt x="757152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10756" y="4077716"/>
              <a:ext cx="7681595" cy="842010"/>
            </a:xfrm>
            <a:custGeom>
              <a:avLst/>
              <a:gdLst/>
              <a:ahLst/>
              <a:cxnLst/>
              <a:rect l="l" t="t" r="r" b="b"/>
              <a:pathLst>
                <a:path w="7681595" h="84201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7571524" y="368"/>
                  </a:lnTo>
                  <a:lnTo>
                    <a:pt x="7613445" y="8721"/>
                  </a:lnTo>
                  <a:lnTo>
                    <a:pt x="7649103" y="32535"/>
                  </a:lnTo>
                  <a:lnTo>
                    <a:pt x="7672970" y="68095"/>
                  </a:lnTo>
                  <a:lnTo>
                    <a:pt x="7681328" y="110159"/>
                  </a:lnTo>
                  <a:lnTo>
                    <a:pt x="7681328" y="731888"/>
                  </a:lnTo>
                  <a:lnTo>
                    <a:pt x="7680388" y="746305"/>
                  </a:lnTo>
                  <a:lnTo>
                    <a:pt x="7677591" y="760320"/>
                  </a:lnTo>
                  <a:lnTo>
                    <a:pt x="7658545" y="798676"/>
                  </a:lnTo>
                  <a:lnTo>
                    <a:pt x="7626604" y="826922"/>
                  </a:lnTo>
                  <a:lnTo>
                    <a:pt x="7585954" y="840740"/>
                  </a:lnTo>
                  <a:lnTo>
                    <a:pt x="7571524" y="841679"/>
                  </a:lnTo>
                  <a:lnTo>
                    <a:pt x="109804" y="841679"/>
                  </a:lnTo>
                  <a:lnTo>
                    <a:pt x="67882" y="833326"/>
                  </a:lnTo>
                  <a:lnTo>
                    <a:pt x="32224" y="809512"/>
                  </a:lnTo>
                  <a:lnTo>
                    <a:pt x="8358" y="773952"/>
                  </a:lnTo>
                  <a:lnTo>
                    <a:pt x="0" y="731888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10756" y="4077716"/>
              <a:ext cx="7681595" cy="842010"/>
            </a:xfrm>
            <a:custGeom>
              <a:avLst/>
              <a:gdLst/>
              <a:ahLst/>
              <a:cxnLst/>
              <a:rect l="l" t="t" r="r" b="b"/>
              <a:pathLst>
                <a:path w="7681595" h="842010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731888"/>
                  </a:lnTo>
                  <a:lnTo>
                    <a:pt x="939" y="746311"/>
                  </a:lnTo>
                  <a:lnTo>
                    <a:pt x="14770" y="786968"/>
                  </a:lnTo>
                  <a:lnTo>
                    <a:pt x="22683" y="798676"/>
                  </a:lnTo>
                  <a:lnTo>
                    <a:pt x="22788" y="798831"/>
                  </a:lnTo>
                  <a:lnTo>
                    <a:pt x="55079" y="826922"/>
                  </a:lnTo>
                  <a:lnTo>
                    <a:pt x="95379" y="840740"/>
                  </a:lnTo>
                  <a:lnTo>
                    <a:pt x="109804" y="841679"/>
                  </a:lnTo>
                  <a:lnTo>
                    <a:pt x="7571524" y="841679"/>
                  </a:lnTo>
                  <a:lnTo>
                    <a:pt x="7613595" y="833326"/>
                  </a:lnTo>
                  <a:lnTo>
                    <a:pt x="7649095" y="809512"/>
                  </a:lnTo>
                  <a:lnTo>
                    <a:pt x="7672892" y="773952"/>
                  </a:lnTo>
                  <a:lnTo>
                    <a:pt x="7672970" y="773797"/>
                  </a:lnTo>
                  <a:lnTo>
                    <a:pt x="7677575" y="760366"/>
                  </a:lnTo>
                  <a:lnTo>
                    <a:pt x="7680387" y="746311"/>
                  </a:lnTo>
                  <a:lnTo>
                    <a:pt x="7681328" y="731888"/>
                  </a:lnTo>
                  <a:lnTo>
                    <a:pt x="7681305" y="109804"/>
                  </a:lnTo>
                  <a:lnTo>
                    <a:pt x="7672970" y="68095"/>
                  </a:lnTo>
                  <a:lnTo>
                    <a:pt x="7649103" y="32535"/>
                  </a:lnTo>
                  <a:lnTo>
                    <a:pt x="7613445" y="8721"/>
                  </a:lnTo>
                  <a:lnTo>
                    <a:pt x="757152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10756" y="4077716"/>
              <a:ext cx="7681595" cy="842010"/>
            </a:xfrm>
            <a:custGeom>
              <a:avLst/>
              <a:gdLst/>
              <a:ahLst/>
              <a:cxnLst/>
              <a:rect l="l" t="t" r="r" b="b"/>
              <a:pathLst>
                <a:path w="7681595" h="84201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7571524" y="368"/>
                  </a:lnTo>
                  <a:lnTo>
                    <a:pt x="7613445" y="8721"/>
                  </a:lnTo>
                  <a:lnTo>
                    <a:pt x="7649103" y="32535"/>
                  </a:lnTo>
                  <a:lnTo>
                    <a:pt x="7672970" y="68095"/>
                  </a:lnTo>
                  <a:lnTo>
                    <a:pt x="7681328" y="110159"/>
                  </a:lnTo>
                  <a:lnTo>
                    <a:pt x="7681328" y="731888"/>
                  </a:lnTo>
                  <a:lnTo>
                    <a:pt x="7680388" y="746305"/>
                  </a:lnTo>
                  <a:lnTo>
                    <a:pt x="7677591" y="760320"/>
                  </a:lnTo>
                  <a:lnTo>
                    <a:pt x="7658545" y="798676"/>
                  </a:lnTo>
                  <a:lnTo>
                    <a:pt x="7626604" y="826922"/>
                  </a:lnTo>
                  <a:lnTo>
                    <a:pt x="7585954" y="840740"/>
                  </a:lnTo>
                  <a:lnTo>
                    <a:pt x="7571524" y="841679"/>
                  </a:lnTo>
                  <a:lnTo>
                    <a:pt x="109804" y="841679"/>
                  </a:lnTo>
                  <a:lnTo>
                    <a:pt x="67882" y="833326"/>
                  </a:lnTo>
                  <a:lnTo>
                    <a:pt x="32224" y="809512"/>
                  </a:lnTo>
                  <a:lnTo>
                    <a:pt x="8358" y="773952"/>
                  </a:lnTo>
                  <a:lnTo>
                    <a:pt x="0" y="731888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21715" y="4260596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191"/>
                  </a:lnTo>
                  <a:lnTo>
                    <a:pt x="118808" y="32042"/>
                  </a:lnTo>
                  <a:lnTo>
                    <a:pt x="69575" y="69797"/>
                  </a:lnTo>
                  <a:lnTo>
                    <a:pt x="31686" y="119164"/>
                  </a:lnTo>
                  <a:lnTo>
                    <a:pt x="8147" y="176404"/>
                  </a:lnTo>
                  <a:lnTo>
                    <a:pt x="0" y="237959"/>
                  </a:lnTo>
                  <a:lnTo>
                    <a:pt x="2064" y="269082"/>
                  </a:lnTo>
                  <a:lnTo>
                    <a:pt x="18077" y="328889"/>
                  </a:lnTo>
                  <a:lnTo>
                    <a:pt x="49044" y="382782"/>
                  </a:lnTo>
                  <a:lnTo>
                    <a:pt x="92942" y="426571"/>
                  </a:lnTo>
                  <a:lnTo>
                    <a:pt x="146893" y="457642"/>
                  </a:lnTo>
                  <a:lnTo>
                    <a:pt x="206839" y="473551"/>
                  </a:lnTo>
                  <a:lnTo>
                    <a:pt x="237959" y="475564"/>
                  </a:lnTo>
                  <a:lnTo>
                    <a:pt x="268877" y="473551"/>
                  </a:lnTo>
                  <a:lnTo>
                    <a:pt x="328687" y="457642"/>
                  </a:lnTo>
                  <a:lnTo>
                    <a:pt x="382627" y="426571"/>
                  </a:lnTo>
                  <a:lnTo>
                    <a:pt x="426525" y="382782"/>
                  </a:lnTo>
                  <a:lnTo>
                    <a:pt x="457492" y="328889"/>
                  </a:lnTo>
                  <a:lnTo>
                    <a:pt x="473499" y="269082"/>
                  </a:lnTo>
                  <a:lnTo>
                    <a:pt x="475564" y="237959"/>
                  </a:lnTo>
                  <a:lnTo>
                    <a:pt x="473499" y="206844"/>
                  </a:lnTo>
                  <a:lnTo>
                    <a:pt x="457492" y="147043"/>
                  </a:lnTo>
                  <a:lnTo>
                    <a:pt x="426525" y="93147"/>
                  </a:lnTo>
                  <a:lnTo>
                    <a:pt x="382627" y="49350"/>
                  </a:lnTo>
                  <a:lnTo>
                    <a:pt x="328687" y="18227"/>
                  </a:lnTo>
                  <a:lnTo>
                    <a:pt x="268877" y="2070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5838" y="4374718"/>
              <a:ext cx="246964" cy="246964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375460" y="4215866"/>
            <a:ext cx="5020945" cy="548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E3763"/>
                </a:solidFill>
                <a:latin typeface="Calibri"/>
                <a:cs typeface="Calibri"/>
              </a:rPr>
              <a:t>Database</a:t>
            </a:r>
            <a:r>
              <a:rPr dirty="0" sz="1500" spc="-4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E3763"/>
                </a:solidFill>
                <a:latin typeface="Calibri"/>
                <a:cs typeface="Calibri"/>
              </a:rPr>
              <a:t>—</a:t>
            </a:r>
            <a:r>
              <a:rPr dirty="0" sz="1500" spc="-5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3763"/>
                </a:solidFill>
                <a:latin typeface="Calibri"/>
                <a:cs typeface="Calibri"/>
              </a:rPr>
              <a:t>SQLite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Lightweight</a:t>
            </a:r>
            <a:r>
              <a:rPr dirty="0" sz="1150" spc="-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on-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device</a:t>
            </a:r>
            <a:r>
              <a:rPr dirty="0" sz="1150" spc="-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persistence</a:t>
            </a:r>
            <a:r>
              <a:rPr dirty="0" sz="1150" spc="-1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plus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 server-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side</a:t>
            </a:r>
            <a:r>
              <a:rPr dirty="0" sz="1150" spc="-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seat</a:t>
            </a:r>
            <a:r>
              <a:rPr dirty="0" sz="1150" spc="-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availability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and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96371"/>
                </a:solidFill>
                <a:latin typeface="Calibri"/>
                <a:cs typeface="Calibri"/>
              </a:rPr>
              <a:t>booking</a:t>
            </a:r>
            <a:r>
              <a:rPr dirty="0" sz="1150" spc="-5">
                <a:solidFill>
                  <a:srgbClr val="59637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96371"/>
                </a:solidFill>
                <a:latin typeface="Calibri"/>
                <a:cs typeface="Calibri"/>
              </a:rPr>
              <a:t>logs.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04456" y="5004180"/>
            <a:ext cx="7694295" cy="854710"/>
            <a:chOff x="404456" y="5004180"/>
            <a:chExt cx="7694295" cy="854710"/>
          </a:xfrm>
        </p:grpSpPr>
        <p:sp>
          <p:nvSpPr>
            <p:cNvPr id="38" name="object 38"/>
            <p:cNvSpPr/>
            <p:nvPr/>
          </p:nvSpPr>
          <p:spPr>
            <a:xfrm>
              <a:off x="410756" y="5010480"/>
              <a:ext cx="7681595" cy="842010"/>
            </a:xfrm>
            <a:custGeom>
              <a:avLst/>
              <a:gdLst/>
              <a:ahLst/>
              <a:cxnLst/>
              <a:rect l="l" t="t" r="r" b="b"/>
              <a:pathLst>
                <a:path w="7681595" h="842010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731875"/>
                  </a:lnTo>
                  <a:lnTo>
                    <a:pt x="939" y="746305"/>
                  </a:lnTo>
                  <a:lnTo>
                    <a:pt x="14770" y="786955"/>
                  </a:lnTo>
                  <a:lnTo>
                    <a:pt x="43011" y="818902"/>
                  </a:lnTo>
                  <a:lnTo>
                    <a:pt x="81360" y="837944"/>
                  </a:lnTo>
                  <a:lnTo>
                    <a:pt x="109804" y="841679"/>
                  </a:lnTo>
                  <a:lnTo>
                    <a:pt x="7571524" y="841679"/>
                  </a:lnTo>
                  <a:lnTo>
                    <a:pt x="7613595" y="833326"/>
                  </a:lnTo>
                  <a:lnTo>
                    <a:pt x="7649097" y="809501"/>
                  </a:lnTo>
                  <a:lnTo>
                    <a:pt x="7672894" y="773946"/>
                  </a:lnTo>
                  <a:lnTo>
                    <a:pt x="7681328" y="731875"/>
                  </a:lnTo>
                  <a:lnTo>
                    <a:pt x="7681305" y="109804"/>
                  </a:lnTo>
                  <a:lnTo>
                    <a:pt x="7672970" y="68088"/>
                  </a:lnTo>
                  <a:lnTo>
                    <a:pt x="7649103" y="32535"/>
                  </a:lnTo>
                  <a:lnTo>
                    <a:pt x="7613445" y="8713"/>
                  </a:lnTo>
                  <a:lnTo>
                    <a:pt x="757152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10756" y="5010480"/>
              <a:ext cx="7681595" cy="842010"/>
            </a:xfrm>
            <a:custGeom>
              <a:avLst/>
              <a:gdLst/>
              <a:ahLst/>
              <a:cxnLst/>
              <a:rect l="l" t="t" r="r" b="b"/>
              <a:pathLst>
                <a:path w="7681595" h="842010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7571524" y="355"/>
                  </a:lnTo>
                  <a:lnTo>
                    <a:pt x="7613445" y="8713"/>
                  </a:lnTo>
                  <a:lnTo>
                    <a:pt x="7649103" y="32535"/>
                  </a:lnTo>
                  <a:lnTo>
                    <a:pt x="7672970" y="68088"/>
                  </a:lnTo>
                  <a:lnTo>
                    <a:pt x="7681328" y="110159"/>
                  </a:lnTo>
                  <a:lnTo>
                    <a:pt x="7681328" y="731875"/>
                  </a:lnTo>
                  <a:lnTo>
                    <a:pt x="7680388" y="746300"/>
                  </a:lnTo>
                  <a:lnTo>
                    <a:pt x="7677591" y="760318"/>
                  </a:lnTo>
                  <a:lnTo>
                    <a:pt x="7658545" y="798668"/>
                  </a:lnTo>
                  <a:lnTo>
                    <a:pt x="7626604" y="826922"/>
                  </a:lnTo>
                  <a:lnTo>
                    <a:pt x="7585954" y="840740"/>
                  </a:lnTo>
                  <a:lnTo>
                    <a:pt x="7571524" y="841679"/>
                  </a:lnTo>
                  <a:lnTo>
                    <a:pt x="109804" y="841679"/>
                  </a:lnTo>
                  <a:lnTo>
                    <a:pt x="67882" y="833326"/>
                  </a:lnTo>
                  <a:lnTo>
                    <a:pt x="32224" y="809501"/>
                  </a:lnTo>
                  <a:lnTo>
                    <a:pt x="8358" y="773946"/>
                  </a:lnTo>
                  <a:lnTo>
                    <a:pt x="0" y="731875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2D5E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21715" y="519371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013"/>
                  </a:lnTo>
                  <a:lnTo>
                    <a:pt x="118808" y="31686"/>
                  </a:lnTo>
                  <a:lnTo>
                    <a:pt x="69575" y="69442"/>
                  </a:lnTo>
                  <a:lnTo>
                    <a:pt x="31686" y="118808"/>
                  </a:lnTo>
                  <a:lnTo>
                    <a:pt x="8147" y="176044"/>
                  </a:lnTo>
                  <a:lnTo>
                    <a:pt x="0" y="237604"/>
                  </a:lnTo>
                  <a:lnTo>
                    <a:pt x="2064" y="268721"/>
                  </a:lnTo>
                  <a:lnTo>
                    <a:pt x="18077" y="328526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93" y="457336"/>
                  </a:lnTo>
                  <a:lnTo>
                    <a:pt x="206839" y="473493"/>
                  </a:lnTo>
                  <a:lnTo>
                    <a:pt x="237959" y="475564"/>
                  </a:lnTo>
                  <a:lnTo>
                    <a:pt x="268877" y="473493"/>
                  </a:lnTo>
                  <a:lnTo>
                    <a:pt x="328687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6"/>
                  </a:lnTo>
                  <a:lnTo>
                    <a:pt x="473499" y="268721"/>
                  </a:lnTo>
                  <a:lnTo>
                    <a:pt x="475564" y="237604"/>
                  </a:lnTo>
                  <a:lnTo>
                    <a:pt x="473499" y="206487"/>
                  </a:lnTo>
                  <a:lnTo>
                    <a:pt x="457492" y="146682"/>
                  </a:lnTo>
                  <a:lnTo>
                    <a:pt x="426525" y="92792"/>
                  </a:lnTo>
                  <a:lnTo>
                    <a:pt x="382627" y="48994"/>
                  </a:lnTo>
                  <a:lnTo>
                    <a:pt x="328687" y="17927"/>
                  </a:lnTo>
                  <a:lnTo>
                    <a:pt x="268877" y="2014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5838" y="5307469"/>
              <a:ext cx="246964" cy="24696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375460" y="5148618"/>
            <a:ext cx="4882515" cy="548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Realtime</a:t>
            </a:r>
            <a:r>
              <a:rPr dirty="0" sz="15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WebSocket</a:t>
            </a:r>
            <a:r>
              <a:rPr dirty="0" sz="15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5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Firebase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Live</a:t>
            </a:r>
            <a:r>
              <a:rPr dirty="0" sz="115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seat</a:t>
            </a:r>
            <a:r>
              <a:rPr dirty="0" sz="1150" spc="-4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availability,</a:t>
            </a:r>
            <a:r>
              <a:rPr dirty="0" sz="115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queue</a:t>
            </a:r>
            <a:r>
              <a:rPr dirty="0" sz="1150" spc="-4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updates,</a:t>
            </a:r>
            <a:r>
              <a:rPr dirty="0" sz="115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and</a:t>
            </a:r>
            <a:r>
              <a:rPr dirty="0" sz="115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live</a:t>
            </a:r>
            <a:r>
              <a:rPr dirty="0" sz="115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vehicle</a:t>
            </a:r>
            <a:r>
              <a:rPr dirty="0" sz="1150" spc="-4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tracking</a:t>
            </a:r>
            <a:r>
              <a:rPr dirty="0" sz="1150" spc="-4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(lat/long</a:t>
            </a:r>
            <a:r>
              <a:rPr dirty="0" sz="115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streaming).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313966" y="1273454"/>
            <a:ext cx="3488054" cy="4292600"/>
            <a:chOff x="8313966" y="1273454"/>
            <a:chExt cx="3488054" cy="4292600"/>
          </a:xfrm>
        </p:grpSpPr>
        <p:sp>
          <p:nvSpPr>
            <p:cNvPr id="44" name="object 44"/>
            <p:cNvSpPr/>
            <p:nvPr/>
          </p:nvSpPr>
          <p:spPr>
            <a:xfrm>
              <a:off x="8320316" y="1279804"/>
              <a:ext cx="3475354" cy="4279900"/>
            </a:xfrm>
            <a:custGeom>
              <a:avLst/>
              <a:gdLst/>
              <a:ahLst/>
              <a:cxnLst/>
              <a:rect l="l" t="t" r="r" b="b"/>
              <a:pathLst>
                <a:path w="3475354" h="427990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4169879"/>
                  </a:lnTo>
                  <a:lnTo>
                    <a:pt x="939" y="4184302"/>
                  </a:lnTo>
                  <a:lnTo>
                    <a:pt x="14770" y="4224959"/>
                  </a:lnTo>
                  <a:lnTo>
                    <a:pt x="22683" y="4236667"/>
                  </a:lnTo>
                  <a:lnTo>
                    <a:pt x="22788" y="4236822"/>
                  </a:lnTo>
                  <a:lnTo>
                    <a:pt x="55079" y="4264914"/>
                  </a:lnTo>
                  <a:lnTo>
                    <a:pt x="95379" y="4278731"/>
                  </a:lnTo>
                  <a:lnTo>
                    <a:pt x="109804" y="4279671"/>
                  </a:lnTo>
                  <a:lnTo>
                    <a:pt x="3365284" y="4279671"/>
                  </a:lnTo>
                  <a:lnTo>
                    <a:pt x="3407355" y="4271318"/>
                  </a:lnTo>
                  <a:lnTo>
                    <a:pt x="3442855" y="4247503"/>
                  </a:lnTo>
                  <a:lnTo>
                    <a:pt x="3466652" y="4211944"/>
                  </a:lnTo>
                  <a:lnTo>
                    <a:pt x="3466730" y="4211788"/>
                  </a:lnTo>
                  <a:lnTo>
                    <a:pt x="3471335" y="4198358"/>
                  </a:lnTo>
                  <a:lnTo>
                    <a:pt x="3474147" y="4184302"/>
                  </a:lnTo>
                  <a:lnTo>
                    <a:pt x="3475088" y="4169879"/>
                  </a:lnTo>
                  <a:lnTo>
                    <a:pt x="3475064" y="109791"/>
                  </a:lnTo>
                  <a:lnTo>
                    <a:pt x="3466730" y="68088"/>
                  </a:lnTo>
                  <a:lnTo>
                    <a:pt x="3442863" y="32534"/>
                  </a:lnTo>
                  <a:lnTo>
                    <a:pt x="3407205" y="8708"/>
                  </a:lnTo>
                  <a:lnTo>
                    <a:pt x="33652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E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320316" y="1279804"/>
              <a:ext cx="3475354" cy="4279900"/>
            </a:xfrm>
            <a:custGeom>
              <a:avLst/>
              <a:gdLst/>
              <a:ahLst/>
              <a:cxnLst/>
              <a:rect l="l" t="t" r="r" b="b"/>
              <a:pathLst>
                <a:path w="3475354" h="4279900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365284" y="355"/>
                  </a:lnTo>
                  <a:lnTo>
                    <a:pt x="3407205" y="8708"/>
                  </a:lnTo>
                  <a:lnTo>
                    <a:pt x="3442863" y="32534"/>
                  </a:lnTo>
                  <a:lnTo>
                    <a:pt x="3466730" y="68088"/>
                  </a:lnTo>
                  <a:lnTo>
                    <a:pt x="3475088" y="110159"/>
                  </a:lnTo>
                  <a:lnTo>
                    <a:pt x="3475088" y="4169879"/>
                  </a:lnTo>
                  <a:lnTo>
                    <a:pt x="3474148" y="4184297"/>
                  </a:lnTo>
                  <a:lnTo>
                    <a:pt x="3471351" y="4198312"/>
                  </a:lnTo>
                  <a:lnTo>
                    <a:pt x="3452305" y="4236667"/>
                  </a:lnTo>
                  <a:lnTo>
                    <a:pt x="3420363" y="4264914"/>
                  </a:lnTo>
                  <a:lnTo>
                    <a:pt x="3379714" y="4278731"/>
                  </a:lnTo>
                  <a:lnTo>
                    <a:pt x="3365284" y="4279671"/>
                  </a:lnTo>
                  <a:lnTo>
                    <a:pt x="109804" y="4279671"/>
                  </a:lnTo>
                  <a:lnTo>
                    <a:pt x="67882" y="4271318"/>
                  </a:lnTo>
                  <a:lnTo>
                    <a:pt x="32224" y="4247503"/>
                  </a:lnTo>
                  <a:lnTo>
                    <a:pt x="8358" y="4211944"/>
                  </a:lnTo>
                  <a:lnTo>
                    <a:pt x="0" y="4169879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1E37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8626576" y="1488148"/>
            <a:ext cx="149415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1C04D"/>
                </a:solidFill>
                <a:latin typeface="Times New Roman"/>
                <a:cs typeface="Times New Roman"/>
              </a:rPr>
              <a:t>Design</a:t>
            </a:r>
            <a:r>
              <a:rPr dirty="0" sz="1900" spc="175" b="1">
                <a:solidFill>
                  <a:srgbClr val="F1C04D"/>
                </a:solidFill>
                <a:latin typeface="Times New Roman"/>
                <a:cs typeface="Times New Roman"/>
              </a:rPr>
              <a:t> </a:t>
            </a:r>
            <a:r>
              <a:rPr dirty="0" sz="1900" spc="40" b="1">
                <a:solidFill>
                  <a:srgbClr val="F1C04D"/>
                </a:solidFill>
                <a:latin typeface="Times New Roman"/>
                <a:cs typeface="Times New Roman"/>
              </a:rPr>
              <a:t>choice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626576" y="2123828"/>
            <a:ext cx="2545080" cy="780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compact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three-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tier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stack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keeps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releases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fast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enabling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live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tracking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 and 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low-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latency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matching.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543290" y="3148329"/>
            <a:ext cx="3030220" cy="619125"/>
            <a:chOff x="8543290" y="3148329"/>
            <a:chExt cx="3030220" cy="619125"/>
          </a:xfrm>
        </p:grpSpPr>
        <p:sp>
          <p:nvSpPr>
            <p:cNvPr id="49" name="object 49"/>
            <p:cNvSpPr/>
            <p:nvPr/>
          </p:nvSpPr>
          <p:spPr>
            <a:xfrm>
              <a:off x="8549640" y="3154679"/>
              <a:ext cx="3017520" cy="635"/>
            </a:xfrm>
            <a:custGeom>
              <a:avLst/>
              <a:gdLst/>
              <a:ahLst/>
              <a:cxnLst/>
              <a:rect l="l" t="t" r="r" b="b"/>
              <a:pathLst>
                <a:path w="3017520" h="635">
                  <a:moveTo>
                    <a:pt x="0" y="0"/>
                  </a:moveTo>
                  <a:lnTo>
                    <a:pt x="3017519" y="355"/>
                  </a:lnTo>
                </a:path>
              </a:pathLst>
            </a:custGeom>
            <a:ln w="12599">
              <a:solidFill>
                <a:srgbClr val="3B59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549284" y="3309835"/>
              <a:ext cx="3017520" cy="457200"/>
            </a:xfrm>
            <a:custGeom>
              <a:avLst/>
              <a:gdLst/>
              <a:ahLst/>
              <a:cxnLst/>
              <a:rect l="l" t="t" r="r" b="b"/>
              <a:pathLst>
                <a:path w="3017520" h="457200">
                  <a:moveTo>
                    <a:pt x="2926079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39"/>
                  </a:lnTo>
                  <a:lnTo>
                    <a:pt x="0" y="365759"/>
                  </a:lnTo>
                  <a:lnTo>
                    <a:pt x="12230" y="411479"/>
                  </a:lnTo>
                  <a:lnTo>
                    <a:pt x="45720" y="444969"/>
                  </a:lnTo>
                  <a:lnTo>
                    <a:pt x="91439" y="457199"/>
                  </a:lnTo>
                  <a:lnTo>
                    <a:pt x="2926079" y="457199"/>
                  </a:lnTo>
                  <a:lnTo>
                    <a:pt x="2971800" y="444969"/>
                  </a:lnTo>
                  <a:lnTo>
                    <a:pt x="3005277" y="411479"/>
                  </a:lnTo>
                  <a:lnTo>
                    <a:pt x="3017520" y="365759"/>
                  </a:lnTo>
                  <a:lnTo>
                    <a:pt x="3017520" y="91439"/>
                  </a:lnTo>
                  <a:lnTo>
                    <a:pt x="3005277" y="45719"/>
                  </a:lnTo>
                  <a:lnTo>
                    <a:pt x="2971800" y="12242"/>
                  </a:lnTo>
                  <a:lnTo>
                    <a:pt x="2926079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9479064" y="3430333"/>
            <a:ext cx="115760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Fast</a:t>
            </a:r>
            <a:r>
              <a:rPr dirty="0" sz="125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release</a:t>
            </a:r>
            <a:r>
              <a:rPr dirty="0" sz="125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FFFFFF"/>
                </a:solidFill>
                <a:latin typeface="Calibri"/>
                <a:cs typeface="Calibri"/>
              </a:rPr>
              <a:t>cycle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549284" y="3858475"/>
            <a:ext cx="3017520" cy="457200"/>
          </a:xfrm>
          <a:custGeom>
            <a:avLst/>
            <a:gdLst/>
            <a:ahLst/>
            <a:cxnLst/>
            <a:rect l="l" t="t" r="r" b="b"/>
            <a:pathLst>
              <a:path w="3017520" h="457200">
                <a:moveTo>
                  <a:pt x="2926079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43"/>
                </a:lnTo>
                <a:lnTo>
                  <a:pt x="6981" y="56512"/>
                </a:lnTo>
                <a:lnTo>
                  <a:pt x="0" y="91439"/>
                </a:lnTo>
                <a:lnTo>
                  <a:pt x="0" y="365759"/>
                </a:lnTo>
                <a:lnTo>
                  <a:pt x="12230" y="411480"/>
                </a:lnTo>
                <a:lnTo>
                  <a:pt x="45720" y="444969"/>
                </a:lnTo>
                <a:lnTo>
                  <a:pt x="91439" y="457200"/>
                </a:lnTo>
                <a:lnTo>
                  <a:pt x="2926079" y="457200"/>
                </a:lnTo>
                <a:lnTo>
                  <a:pt x="2971800" y="444969"/>
                </a:lnTo>
                <a:lnTo>
                  <a:pt x="3005277" y="411480"/>
                </a:lnTo>
                <a:lnTo>
                  <a:pt x="3017520" y="365759"/>
                </a:lnTo>
                <a:lnTo>
                  <a:pt x="3017520" y="91439"/>
                </a:lnTo>
                <a:lnTo>
                  <a:pt x="3005277" y="45719"/>
                </a:lnTo>
                <a:lnTo>
                  <a:pt x="2971800" y="12242"/>
                </a:lnTo>
                <a:lnTo>
                  <a:pt x="2926079" y="0"/>
                </a:lnTo>
                <a:close/>
              </a:path>
            </a:pathLst>
          </a:custGeom>
          <a:solidFill>
            <a:srgbClr val="2341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9328937" y="3978973"/>
            <a:ext cx="145796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30" b="1">
                <a:solidFill>
                  <a:srgbClr val="FFFFFF"/>
                </a:solidFill>
                <a:latin typeface="Calibri"/>
                <a:cs typeface="Calibri"/>
              </a:rPr>
              <a:t>Low-</a:t>
            </a: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latency</a:t>
            </a:r>
            <a:r>
              <a:rPr dirty="0" sz="125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matching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8549284" y="4407115"/>
            <a:ext cx="3017520" cy="457200"/>
          </a:xfrm>
          <a:custGeom>
            <a:avLst/>
            <a:gdLst/>
            <a:ahLst/>
            <a:cxnLst/>
            <a:rect l="l" t="t" r="r" b="b"/>
            <a:pathLst>
              <a:path w="3017520" h="457200">
                <a:moveTo>
                  <a:pt x="2926079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43"/>
                </a:lnTo>
                <a:lnTo>
                  <a:pt x="6981" y="56512"/>
                </a:lnTo>
                <a:lnTo>
                  <a:pt x="0" y="91440"/>
                </a:lnTo>
                <a:lnTo>
                  <a:pt x="0" y="365760"/>
                </a:lnTo>
                <a:lnTo>
                  <a:pt x="12230" y="411480"/>
                </a:lnTo>
                <a:lnTo>
                  <a:pt x="45720" y="444969"/>
                </a:lnTo>
                <a:lnTo>
                  <a:pt x="91439" y="457200"/>
                </a:lnTo>
                <a:lnTo>
                  <a:pt x="2926079" y="457200"/>
                </a:lnTo>
                <a:lnTo>
                  <a:pt x="2971800" y="444969"/>
                </a:lnTo>
                <a:lnTo>
                  <a:pt x="3005277" y="411480"/>
                </a:lnTo>
                <a:lnTo>
                  <a:pt x="3017520" y="365760"/>
                </a:lnTo>
                <a:lnTo>
                  <a:pt x="3017520" y="91440"/>
                </a:lnTo>
                <a:lnTo>
                  <a:pt x="3005277" y="45719"/>
                </a:lnTo>
                <a:lnTo>
                  <a:pt x="2971800" y="12242"/>
                </a:lnTo>
                <a:lnTo>
                  <a:pt x="2926079" y="0"/>
                </a:lnTo>
                <a:close/>
              </a:path>
            </a:pathLst>
          </a:custGeom>
          <a:solidFill>
            <a:srgbClr val="2341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9421100" y="4527613"/>
            <a:ext cx="127190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Live</a:t>
            </a:r>
            <a:r>
              <a:rPr dirty="0" sz="125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GPS</a:t>
            </a:r>
            <a:r>
              <a:rPr dirty="0" sz="125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streaming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8549284" y="4955756"/>
            <a:ext cx="3017520" cy="457200"/>
          </a:xfrm>
          <a:custGeom>
            <a:avLst/>
            <a:gdLst/>
            <a:ahLst/>
            <a:cxnLst/>
            <a:rect l="l" t="t" r="r" b="b"/>
            <a:pathLst>
              <a:path w="3017520" h="457200">
                <a:moveTo>
                  <a:pt x="2926079" y="0"/>
                </a:moveTo>
                <a:lnTo>
                  <a:pt x="91439" y="0"/>
                </a:lnTo>
                <a:lnTo>
                  <a:pt x="79433" y="798"/>
                </a:lnTo>
                <a:lnTo>
                  <a:pt x="35675" y="18843"/>
                </a:lnTo>
                <a:lnTo>
                  <a:pt x="6981" y="56512"/>
                </a:lnTo>
                <a:lnTo>
                  <a:pt x="0" y="91440"/>
                </a:lnTo>
                <a:lnTo>
                  <a:pt x="0" y="365760"/>
                </a:lnTo>
                <a:lnTo>
                  <a:pt x="12230" y="411480"/>
                </a:lnTo>
                <a:lnTo>
                  <a:pt x="45720" y="444969"/>
                </a:lnTo>
                <a:lnTo>
                  <a:pt x="91439" y="457200"/>
                </a:lnTo>
                <a:lnTo>
                  <a:pt x="2926079" y="457200"/>
                </a:lnTo>
                <a:lnTo>
                  <a:pt x="2971800" y="444969"/>
                </a:lnTo>
                <a:lnTo>
                  <a:pt x="3005277" y="411480"/>
                </a:lnTo>
                <a:lnTo>
                  <a:pt x="3017520" y="365760"/>
                </a:lnTo>
                <a:lnTo>
                  <a:pt x="3017520" y="91440"/>
                </a:lnTo>
                <a:lnTo>
                  <a:pt x="3005277" y="45720"/>
                </a:lnTo>
                <a:lnTo>
                  <a:pt x="2971800" y="12242"/>
                </a:lnTo>
                <a:lnTo>
                  <a:pt x="2926079" y="0"/>
                </a:lnTo>
                <a:close/>
              </a:path>
            </a:pathLst>
          </a:custGeom>
          <a:solidFill>
            <a:srgbClr val="2341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9346945" y="5076253"/>
            <a:ext cx="142049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Lightweight</a:t>
            </a:r>
            <a:r>
              <a:rPr dirty="0" sz="12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footprint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Campus</a:t>
            </a:r>
            <a:r>
              <a:rPr dirty="0" spc="-25"/>
              <a:t> </a:t>
            </a:r>
            <a:r>
              <a:rPr dirty="0"/>
              <a:t>Ride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Auto-</a:t>
            </a:r>
            <a:r>
              <a:rPr dirty="0" spc="-10"/>
              <a:t>Booking</a:t>
            </a:r>
            <a:r>
              <a:rPr dirty="0" spc="-20"/>
              <a:t> Platform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Thapar</a:t>
            </a:r>
            <a:r>
              <a:rPr dirty="0" spc="-15"/>
              <a:t> </a:t>
            </a:r>
            <a:r>
              <a:rPr dirty="0" spc="-10"/>
              <a:t>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943" y="124129"/>
            <a:ext cx="527050" cy="90043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420"/>
              </a:spcBef>
            </a:pPr>
            <a:r>
              <a:rPr dirty="0" sz="2600" spc="-370" b="1">
                <a:solidFill>
                  <a:srgbClr val="FFFFFF"/>
                </a:solidFill>
                <a:latin typeface="Times New Roman"/>
                <a:cs typeface="Times New Roman"/>
              </a:rPr>
              <a:t>CR</a:t>
            </a:r>
            <a:endParaRPr sz="2600">
              <a:latin typeface="Times New Roman"/>
              <a:cs typeface="Times New Roman"/>
            </a:endParaRPr>
          </a:p>
          <a:p>
            <a:pPr marL="106680" marR="5080" indent="-94615">
              <a:lnSpc>
                <a:spcPct val="112200"/>
              </a:lnSpc>
              <a:spcBef>
                <a:spcPts val="290"/>
              </a:spcBef>
            </a:pP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C</a:t>
            </a:r>
            <a:r>
              <a:rPr dirty="0" sz="800" spc="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A</a:t>
            </a:r>
            <a:r>
              <a:rPr dirty="0" sz="800" spc="2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M</a:t>
            </a:r>
            <a:r>
              <a:rPr dirty="0" sz="800" spc="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P</a:t>
            </a:r>
            <a:r>
              <a:rPr dirty="0" sz="800" spc="2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U</a:t>
            </a:r>
            <a:r>
              <a:rPr dirty="0" sz="800" spc="1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1C04D"/>
                </a:solidFill>
                <a:latin typeface="Calibri"/>
                <a:cs typeface="Calibri"/>
              </a:rPr>
              <a:t>S</a:t>
            </a:r>
            <a:r>
              <a:rPr dirty="0" sz="800" spc="50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R</a:t>
            </a:r>
            <a:r>
              <a:rPr dirty="0" sz="800" spc="9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I</a:t>
            </a:r>
            <a:r>
              <a:rPr dirty="0" sz="800" spc="114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D</a:t>
            </a:r>
            <a:r>
              <a:rPr dirty="0" sz="800" spc="1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60" b="1">
                <a:solidFill>
                  <a:srgbClr val="F1C04D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554664" y="248944"/>
            <a:ext cx="1339215" cy="799465"/>
            <a:chOff x="10554664" y="248944"/>
            <a:chExt cx="1339215" cy="799465"/>
          </a:xfrm>
        </p:grpSpPr>
        <p:sp>
          <p:nvSpPr>
            <p:cNvPr id="4" name="object 4"/>
            <p:cNvSpPr/>
            <p:nvPr/>
          </p:nvSpPr>
          <p:spPr>
            <a:xfrm>
              <a:off x="10560964" y="255244"/>
              <a:ext cx="1326515" cy="786765"/>
            </a:xfrm>
            <a:custGeom>
              <a:avLst/>
              <a:gdLst/>
              <a:ahLst/>
              <a:cxnLst/>
              <a:rect l="l" t="t" r="r" b="b"/>
              <a:pathLst>
                <a:path w="1326515" h="78676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695159"/>
                  </a:lnTo>
                  <a:lnTo>
                    <a:pt x="798" y="707159"/>
                  </a:lnTo>
                  <a:lnTo>
                    <a:pt x="18830" y="750916"/>
                  </a:lnTo>
                  <a:lnTo>
                    <a:pt x="56505" y="779607"/>
                  </a:lnTo>
                  <a:lnTo>
                    <a:pt x="91440" y="786599"/>
                  </a:lnTo>
                  <a:lnTo>
                    <a:pt x="1234795" y="786599"/>
                  </a:lnTo>
                  <a:lnTo>
                    <a:pt x="1280515" y="774357"/>
                  </a:lnTo>
                  <a:lnTo>
                    <a:pt x="1313992" y="740879"/>
                  </a:lnTo>
                  <a:lnTo>
                    <a:pt x="1326235" y="695159"/>
                  </a:lnTo>
                  <a:lnTo>
                    <a:pt x="1326211" y="91440"/>
                  </a:lnTo>
                  <a:lnTo>
                    <a:pt x="1313992" y="46075"/>
                  </a:lnTo>
                  <a:lnTo>
                    <a:pt x="1280515" y="12598"/>
                  </a:lnTo>
                  <a:lnTo>
                    <a:pt x="123479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3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560964" y="255244"/>
              <a:ext cx="1326515" cy="786765"/>
            </a:xfrm>
            <a:custGeom>
              <a:avLst/>
              <a:gdLst/>
              <a:ahLst/>
              <a:cxnLst/>
              <a:rect l="l" t="t" r="r" b="b"/>
              <a:pathLst>
                <a:path w="1326515" h="78676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1234795" y="355"/>
                  </a:lnTo>
                  <a:lnTo>
                    <a:pt x="1280515" y="12598"/>
                  </a:lnTo>
                  <a:lnTo>
                    <a:pt x="1313992" y="46075"/>
                  </a:lnTo>
                  <a:lnTo>
                    <a:pt x="1326235" y="91795"/>
                  </a:lnTo>
                  <a:lnTo>
                    <a:pt x="1326235" y="695159"/>
                  </a:lnTo>
                  <a:lnTo>
                    <a:pt x="1325437" y="707159"/>
                  </a:lnTo>
                  <a:lnTo>
                    <a:pt x="1323086" y="718824"/>
                  </a:lnTo>
                  <a:lnTo>
                    <a:pt x="1299554" y="759909"/>
                  </a:lnTo>
                  <a:lnTo>
                    <a:pt x="1258465" y="783445"/>
                  </a:lnTo>
                  <a:lnTo>
                    <a:pt x="1234795" y="786599"/>
                  </a:lnTo>
                  <a:lnTo>
                    <a:pt x="91440" y="786599"/>
                  </a:lnTo>
                  <a:lnTo>
                    <a:pt x="45720" y="774357"/>
                  </a:lnTo>
                  <a:lnTo>
                    <a:pt x="12230" y="740879"/>
                  </a:lnTo>
                  <a:lnTo>
                    <a:pt x="0" y="695159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D5DD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638256" y="493813"/>
            <a:ext cx="97726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E3763"/>
                </a:solidFill>
                <a:latin typeface="Calibri"/>
                <a:cs typeface="Calibri"/>
              </a:rPr>
              <a:t>THAPAR</a:t>
            </a:r>
            <a:endParaRPr sz="1200">
              <a:latin typeface="Calibri"/>
              <a:cs typeface="Calibri"/>
            </a:endParaRPr>
          </a:p>
          <a:p>
            <a:pPr marL="207645">
              <a:lnSpc>
                <a:spcPts val="810"/>
              </a:lnSpc>
            </a:pPr>
            <a:r>
              <a:rPr dirty="0" sz="700" spc="-10" b="1">
                <a:solidFill>
                  <a:srgbClr val="4371A7"/>
                </a:solidFill>
                <a:latin typeface="Calibri"/>
                <a:cs typeface="Calibri"/>
              </a:rPr>
              <a:t>PROJECT</a:t>
            </a:r>
            <a:r>
              <a:rPr dirty="0" sz="700" spc="-20" b="1">
                <a:solidFill>
                  <a:srgbClr val="4371A7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4371A7"/>
                </a:solidFill>
                <a:latin typeface="Calibri"/>
                <a:cs typeface="Calibri"/>
              </a:rPr>
              <a:t>SHOWCASE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938020">
              <a:lnSpc>
                <a:spcPct val="100000"/>
              </a:lnSpc>
              <a:spcBef>
                <a:spcPts val="95"/>
              </a:spcBef>
            </a:pPr>
            <a:r>
              <a:rPr dirty="0" spc="-405"/>
              <a:t>KEY</a:t>
            </a:r>
            <a:r>
              <a:rPr dirty="0" spc="-100"/>
              <a:t> </a:t>
            </a:r>
            <a:r>
              <a:rPr dirty="0" spc="-340"/>
              <a:t>FEATURES</a:t>
            </a:r>
          </a:p>
        </p:txBody>
      </p:sp>
      <p:sp>
        <p:nvSpPr>
          <p:cNvPr id="8" name="object 8"/>
          <p:cNvSpPr/>
          <p:nvPr/>
        </p:nvSpPr>
        <p:spPr>
          <a:xfrm>
            <a:off x="-355" y="6455155"/>
            <a:ext cx="12192000" cy="402590"/>
          </a:xfrm>
          <a:custGeom>
            <a:avLst/>
            <a:gdLst/>
            <a:ahLst/>
            <a:cxnLst/>
            <a:rect l="l" t="t" r="r" b="b"/>
            <a:pathLst>
              <a:path w="12192000" h="402590">
                <a:moveTo>
                  <a:pt x="12191390" y="0"/>
                </a:moveTo>
                <a:lnTo>
                  <a:pt x="0" y="0"/>
                </a:lnTo>
                <a:lnTo>
                  <a:pt x="0" y="402120"/>
                </a:lnTo>
                <a:lnTo>
                  <a:pt x="6095873" y="402120"/>
                </a:lnTo>
                <a:lnTo>
                  <a:pt x="12191390" y="402120"/>
                </a:lnTo>
                <a:lnTo>
                  <a:pt x="12191390" y="0"/>
                </a:lnTo>
                <a:close/>
              </a:path>
            </a:pathLst>
          </a:custGeom>
          <a:solidFill>
            <a:srgbClr val="1E376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404456" y="1318856"/>
            <a:ext cx="3670935" cy="2207895"/>
            <a:chOff x="404456" y="1318856"/>
            <a:chExt cx="3670935" cy="2207895"/>
          </a:xfrm>
        </p:grpSpPr>
        <p:sp>
          <p:nvSpPr>
            <p:cNvPr id="10" name="object 10"/>
            <p:cNvSpPr/>
            <p:nvPr/>
          </p:nvSpPr>
          <p:spPr>
            <a:xfrm>
              <a:off x="410756" y="1325156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5" h="219519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2085124"/>
                  </a:lnTo>
                  <a:lnTo>
                    <a:pt x="939" y="2099554"/>
                  </a:lnTo>
                  <a:lnTo>
                    <a:pt x="3736" y="2113611"/>
                  </a:lnTo>
                  <a:lnTo>
                    <a:pt x="8307" y="2127045"/>
                  </a:lnTo>
                  <a:lnTo>
                    <a:pt x="8358" y="2127195"/>
                  </a:lnTo>
                  <a:lnTo>
                    <a:pt x="32224" y="2162748"/>
                  </a:lnTo>
                  <a:lnTo>
                    <a:pt x="67882" y="2186570"/>
                  </a:lnTo>
                  <a:lnTo>
                    <a:pt x="109804" y="2194928"/>
                  </a:lnTo>
                  <a:lnTo>
                    <a:pt x="3548164" y="2194928"/>
                  </a:lnTo>
                  <a:lnTo>
                    <a:pt x="3590235" y="2186570"/>
                  </a:lnTo>
                  <a:lnTo>
                    <a:pt x="3625737" y="2162748"/>
                  </a:lnTo>
                  <a:lnTo>
                    <a:pt x="3649534" y="2127195"/>
                  </a:lnTo>
                  <a:lnTo>
                    <a:pt x="3657968" y="2085124"/>
                  </a:lnTo>
                  <a:lnTo>
                    <a:pt x="3657945" y="109804"/>
                  </a:lnTo>
                  <a:lnTo>
                    <a:pt x="3649610" y="68095"/>
                  </a:lnTo>
                  <a:lnTo>
                    <a:pt x="3625743" y="32535"/>
                  </a:lnTo>
                  <a:lnTo>
                    <a:pt x="3590085" y="8721"/>
                  </a:lnTo>
                  <a:lnTo>
                    <a:pt x="35481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10756" y="1325156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5" h="219519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548164" y="368"/>
                  </a:lnTo>
                  <a:lnTo>
                    <a:pt x="3590085" y="8721"/>
                  </a:lnTo>
                  <a:lnTo>
                    <a:pt x="3625743" y="32535"/>
                  </a:lnTo>
                  <a:lnTo>
                    <a:pt x="3649610" y="68095"/>
                  </a:lnTo>
                  <a:lnTo>
                    <a:pt x="3657968" y="110159"/>
                  </a:lnTo>
                  <a:lnTo>
                    <a:pt x="3657968" y="2085124"/>
                  </a:lnTo>
                  <a:lnTo>
                    <a:pt x="3657028" y="2099548"/>
                  </a:lnTo>
                  <a:lnTo>
                    <a:pt x="3654231" y="2113567"/>
                  </a:lnTo>
                  <a:lnTo>
                    <a:pt x="3635185" y="2151917"/>
                  </a:lnTo>
                  <a:lnTo>
                    <a:pt x="3603243" y="2180158"/>
                  </a:lnTo>
                  <a:lnTo>
                    <a:pt x="3562594" y="2193988"/>
                  </a:lnTo>
                  <a:lnTo>
                    <a:pt x="3548164" y="2194928"/>
                  </a:lnTo>
                  <a:lnTo>
                    <a:pt x="109804" y="2194928"/>
                  </a:lnTo>
                  <a:lnTo>
                    <a:pt x="67882" y="2186570"/>
                  </a:lnTo>
                  <a:lnTo>
                    <a:pt x="32224" y="2162748"/>
                  </a:lnTo>
                  <a:lnTo>
                    <a:pt x="8358" y="2127195"/>
                  </a:lnTo>
                  <a:lnTo>
                    <a:pt x="0" y="208512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10756" y="1325156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5" h="219519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2085124"/>
                  </a:lnTo>
                  <a:lnTo>
                    <a:pt x="939" y="2099554"/>
                  </a:lnTo>
                  <a:lnTo>
                    <a:pt x="3736" y="2113611"/>
                  </a:lnTo>
                  <a:lnTo>
                    <a:pt x="8307" y="2127045"/>
                  </a:lnTo>
                  <a:lnTo>
                    <a:pt x="8358" y="2127195"/>
                  </a:lnTo>
                  <a:lnTo>
                    <a:pt x="32224" y="2162748"/>
                  </a:lnTo>
                  <a:lnTo>
                    <a:pt x="67882" y="2186570"/>
                  </a:lnTo>
                  <a:lnTo>
                    <a:pt x="109804" y="2194928"/>
                  </a:lnTo>
                  <a:lnTo>
                    <a:pt x="3548164" y="2194928"/>
                  </a:lnTo>
                  <a:lnTo>
                    <a:pt x="3590235" y="2186570"/>
                  </a:lnTo>
                  <a:lnTo>
                    <a:pt x="3625737" y="2162748"/>
                  </a:lnTo>
                  <a:lnTo>
                    <a:pt x="3649534" y="2127195"/>
                  </a:lnTo>
                  <a:lnTo>
                    <a:pt x="3657968" y="2085124"/>
                  </a:lnTo>
                  <a:lnTo>
                    <a:pt x="3657945" y="109804"/>
                  </a:lnTo>
                  <a:lnTo>
                    <a:pt x="3649610" y="68095"/>
                  </a:lnTo>
                  <a:lnTo>
                    <a:pt x="3625743" y="32535"/>
                  </a:lnTo>
                  <a:lnTo>
                    <a:pt x="3590085" y="8721"/>
                  </a:lnTo>
                  <a:lnTo>
                    <a:pt x="35481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10756" y="1325156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5" h="219519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548164" y="368"/>
                  </a:lnTo>
                  <a:lnTo>
                    <a:pt x="3590085" y="8721"/>
                  </a:lnTo>
                  <a:lnTo>
                    <a:pt x="3625743" y="32535"/>
                  </a:lnTo>
                  <a:lnTo>
                    <a:pt x="3649610" y="68095"/>
                  </a:lnTo>
                  <a:lnTo>
                    <a:pt x="3657968" y="110159"/>
                  </a:lnTo>
                  <a:lnTo>
                    <a:pt x="3657968" y="2085124"/>
                  </a:lnTo>
                  <a:lnTo>
                    <a:pt x="3657028" y="2099548"/>
                  </a:lnTo>
                  <a:lnTo>
                    <a:pt x="3654231" y="2113567"/>
                  </a:lnTo>
                  <a:lnTo>
                    <a:pt x="3635185" y="2151917"/>
                  </a:lnTo>
                  <a:lnTo>
                    <a:pt x="3603243" y="2180158"/>
                  </a:lnTo>
                  <a:lnTo>
                    <a:pt x="3562594" y="2193988"/>
                  </a:lnTo>
                  <a:lnTo>
                    <a:pt x="3548164" y="2194928"/>
                  </a:lnTo>
                  <a:lnTo>
                    <a:pt x="109804" y="2194928"/>
                  </a:lnTo>
                  <a:lnTo>
                    <a:pt x="67882" y="2186570"/>
                  </a:lnTo>
                  <a:lnTo>
                    <a:pt x="32224" y="2162748"/>
                  </a:lnTo>
                  <a:lnTo>
                    <a:pt x="8358" y="2127195"/>
                  </a:lnTo>
                  <a:lnTo>
                    <a:pt x="0" y="208512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40079" y="1554124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356755" y="0"/>
                  </a:moveTo>
                  <a:lnTo>
                    <a:pt x="310076" y="3076"/>
                  </a:lnTo>
                  <a:lnTo>
                    <a:pt x="264374" y="12195"/>
                  </a:lnTo>
                  <a:lnTo>
                    <a:pt x="220222" y="27185"/>
                  </a:lnTo>
                  <a:lnTo>
                    <a:pt x="178193" y="47878"/>
                  </a:lnTo>
                  <a:lnTo>
                    <a:pt x="139460" y="73864"/>
                  </a:lnTo>
                  <a:lnTo>
                    <a:pt x="104535" y="104574"/>
                  </a:lnTo>
                  <a:lnTo>
                    <a:pt x="73861" y="139604"/>
                  </a:lnTo>
                  <a:lnTo>
                    <a:pt x="47879" y="178549"/>
                  </a:lnTo>
                  <a:lnTo>
                    <a:pt x="27185" y="220367"/>
                  </a:lnTo>
                  <a:lnTo>
                    <a:pt x="12195" y="264413"/>
                  </a:lnTo>
                  <a:lnTo>
                    <a:pt x="3076" y="310080"/>
                  </a:lnTo>
                  <a:lnTo>
                    <a:pt x="0" y="356755"/>
                  </a:lnTo>
                  <a:lnTo>
                    <a:pt x="3076" y="403431"/>
                  </a:lnTo>
                  <a:lnTo>
                    <a:pt x="12195" y="449095"/>
                  </a:lnTo>
                  <a:lnTo>
                    <a:pt x="27185" y="493138"/>
                  </a:lnTo>
                  <a:lnTo>
                    <a:pt x="47879" y="534949"/>
                  </a:lnTo>
                  <a:lnTo>
                    <a:pt x="73861" y="573901"/>
                  </a:lnTo>
                  <a:lnTo>
                    <a:pt x="104535" y="608934"/>
                  </a:lnTo>
                  <a:lnTo>
                    <a:pt x="139460" y="639646"/>
                  </a:lnTo>
                  <a:lnTo>
                    <a:pt x="178193" y="665632"/>
                  </a:lnTo>
                  <a:lnTo>
                    <a:pt x="220222" y="686270"/>
                  </a:lnTo>
                  <a:lnTo>
                    <a:pt x="264374" y="701138"/>
                  </a:lnTo>
                  <a:lnTo>
                    <a:pt x="310076" y="710134"/>
                  </a:lnTo>
                  <a:lnTo>
                    <a:pt x="356755" y="713155"/>
                  </a:lnTo>
                  <a:lnTo>
                    <a:pt x="403231" y="710134"/>
                  </a:lnTo>
                  <a:lnTo>
                    <a:pt x="448830" y="701138"/>
                  </a:lnTo>
                  <a:lnTo>
                    <a:pt x="492944" y="686270"/>
                  </a:lnTo>
                  <a:lnTo>
                    <a:pt x="534962" y="665632"/>
                  </a:lnTo>
                  <a:lnTo>
                    <a:pt x="573701" y="639646"/>
                  </a:lnTo>
                  <a:lnTo>
                    <a:pt x="608625" y="608934"/>
                  </a:lnTo>
                  <a:lnTo>
                    <a:pt x="639296" y="573901"/>
                  </a:lnTo>
                  <a:lnTo>
                    <a:pt x="665276" y="534949"/>
                  </a:lnTo>
                  <a:lnTo>
                    <a:pt x="685970" y="493138"/>
                  </a:lnTo>
                  <a:lnTo>
                    <a:pt x="700960" y="449095"/>
                  </a:lnTo>
                  <a:lnTo>
                    <a:pt x="710078" y="403431"/>
                  </a:lnTo>
                  <a:lnTo>
                    <a:pt x="713155" y="356755"/>
                  </a:lnTo>
                  <a:lnTo>
                    <a:pt x="710078" y="310080"/>
                  </a:lnTo>
                  <a:lnTo>
                    <a:pt x="700960" y="264413"/>
                  </a:lnTo>
                  <a:lnTo>
                    <a:pt x="685970" y="220367"/>
                  </a:lnTo>
                  <a:lnTo>
                    <a:pt x="665276" y="178549"/>
                  </a:lnTo>
                  <a:lnTo>
                    <a:pt x="639296" y="139604"/>
                  </a:lnTo>
                  <a:lnTo>
                    <a:pt x="608625" y="104574"/>
                  </a:lnTo>
                  <a:lnTo>
                    <a:pt x="573701" y="73864"/>
                  </a:lnTo>
                  <a:lnTo>
                    <a:pt x="534962" y="47878"/>
                  </a:lnTo>
                  <a:lnTo>
                    <a:pt x="492944" y="27185"/>
                  </a:lnTo>
                  <a:lnTo>
                    <a:pt x="448830" y="12195"/>
                  </a:lnTo>
                  <a:lnTo>
                    <a:pt x="403231" y="3076"/>
                  </a:lnTo>
                  <a:lnTo>
                    <a:pt x="356755" y="0"/>
                  </a:lnTo>
                  <a:close/>
                </a:path>
              </a:pathLst>
            </a:custGeom>
            <a:solidFill>
              <a:srgbClr val="DBE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1085" y="1725117"/>
              <a:ext cx="370446" cy="370446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539976" y="1781187"/>
            <a:ext cx="12388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E3763"/>
                </a:solidFill>
                <a:latin typeface="Calibri"/>
                <a:cs typeface="Calibri"/>
              </a:rPr>
              <a:t>Google</a:t>
            </a:r>
            <a:r>
              <a:rPr dirty="0" sz="1600" spc="-3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1E3763"/>
                </a:solidFill>
                <a:latin typeface="Calibri"/>
                <a:cs typeface="Calibri"/>
              </a:rPr>
              <a:t>Sign-</a:t>
            </a:r>
            <a:r>
              <a:rPr dirty="0" sz="1600" spc="-25" b="1">
                <a:solidFill>
                  <a:srgbClr val="1E3763"/>
                </a:solidFill>
                <a:latin typeface="Calibri"/>
                <a:cs typeface="Calibri"/>
              </a:rPr>
              <a:t>In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4385" y="2409459"/>
            <a:ext cx="2494915" cy="664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900"/>
              </a:lnSpc>
              <a:spcBef>
                <a:spcPts val="100"/>
              </a:spcBef>
            </a:pP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Seamless</a:t>
            </a:r>
            <a:r>
              <a:rPr dirty="0" sz="1250" spc="-1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login</a:t>
            </a:r>
            <a:r>
              <a:rPr dirty="0" sz="1250" spc="-2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limited</a:t>
            </a:r>
            <a:r>
              <a:rPr dirty="0" sz="1250" spc="-1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to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 @thapar.edu addresses</a:t>
            </a:r>
            <a:r>
              <a:rPr dirty="0" sz="1250" spc="-2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for</a:t>
            </a:r>
            <a:r>
              <a:rPr dirty="0" sz="12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campus</a:t>
            </a:r>
            <a:r>
              <a:rPr dirty="0" sz="12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safety</a:t>
            </a:r>
            <a:r>
              <a:rPr dirty="0" sz="1250" spc="-2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212733"/>
                </a:solidFill>
                <a:latin typeface="Calibri"/>
                <a:cs typeface="Calibri"/>
              </a:rPr>
              <a:t>and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accountability.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63300" y="1318856"/>
            <a:ext cx="3670935" cy="2207895"/>
            <a:chOff x="4263300" y="1318856"/>
            <a:chExt cx="3670935" cy="2207895"/>
          </a:xfrm>
        </p:grpSpPr>
        <p:sp>
          <p:nvSpPr>
            <p:cNvPr id="19" name="object 19"/>
            <p:cNvSpPr/>
            <p:nvPr/>
          </p:nvSpPr>
          <p:spPr>
            <a:xfrm>
              <a:off x="4269600" y="1325156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2085124"/>
                  </a:lnTo>
                  <a:lnTo>
                    <a:pt x="939" y="2099554"/>
                  </a:lnTo>
                  <a:lnTo>
                    <a:pt x="14757" y="2140204"/>
                  </a:lnTo>
                  <a:lnTo>
                    <a:pt x="43010" y="2172145"/>
                  </a:lnTo>
                  <a:lnTo>
                    <a:pt x="81360" y="2191191"/>
                  </a:lnTo>
                  <a:lnTo>
                    <a:pt x="109804" y="2194928"/>
                  </a:lnTo>
                  <a:lnTo>
                    <a:pt x="3548164" y="2194928"/>
                  </a:lnTo>
                  <a:lnTo>
                    <a:pt x="3590228" y="2186570"/>
                  </a:lnTo>
                  <a:lnTo>
                    <a:pt x="3625737" y="2162748"/>
                  </a:lnTo>
                  <a:lnTo>
                    <a:pt x="3649527" y="2127195"/>
                  </a:lnTo>
                  <a:lnTo>
                    <a:pt x="3657955" y="2085124"/>
                  </a:lnTo>
                  <a:lnTo>
                    <a:pt x="3657932" y="109804"/>
                  </a:lnTo>
                  <a:lnTo>
                    <a:pt x="3649602" y="68095"/>
                  </a:lnTo>
                  <a:lnTo>
                    <a:pt x="3625742" y="32535"/>
                  </a:lnTo>
                  <a:lnTo>
                    <a:pt x="3590072" y="8721"/>
                  </a:lnTo>
                  <a:lnTo>
                    <a:pt x="35481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269600" y="1325156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48164" y="368"/>
                  </a:lnTo>
                  <a:lnTo>
                    <a:pt x="3590072" y="8721"/>
                  </a:lnTo>
                  <a:lnTo>
                    <a:pt x="3625742" y="32535"/>
                  </a:lnTo>
                  <a:lnTo>
                    <a:pt x="3649602" y="68095"/>
                  </a:lnTo>
                  <a:lnTo>
                    <a:pt x="3657955" y="110159"/>
                  </a:lnTo>
                  <a:lnTo>
                    <a:pt x="3657955" y="2085124"/>
                  </a:lnTo>
                  <a:lnTo>
                    <a:pt x="3657015" y="2099548"/>
                  </a:lnTo>
                  <a:lnTo>
                    <a:pt x="3654220" y="2113567"/>
                  </a:lnTo>
                  <a:lnTo>
                    <a:pt x="3635185" y="2151917"/>
                  </a:lnTo>
                  <a:lnTo>
                    <a:pt x="3603243" y="2180158"/>
                  </a:lnTo>
                  <a:lnTo>
                    <a:pt x="3562587" y="2193988"/>
                  </a:lnTo>
                  <a:lnTo>
                    <a:pt x="3548164" y="2194928"/>
                  </a:lnTo>
                  <a:lnTo>
                    <a:pt x="109804" y="2194928"/>
                  </a:lnTo>
                  <a:lnTo>
                    <a:pt x="67882" y="2186570"/>
                  </a:lnTo>
                  <a:lnTo>
                    <a:pt x="32223" y="2162748"/>
                  </a:lnTo>
                  <a:lnTo>
                    <a:pt x="8352" y="2127195"/>
                  </a:lnTo>
                  <a:lnTo>
                    <a:pt x="0" y="208512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269600" y="1325156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2085124"/>
                  </a:lnTo>
                  <a:lnTo>
                    <a:pt x="939" y="2099554"/>
                  </a:lnTo>
                  <a:lnTo>
                    <a:pt x="14757" y="2140204"/>
                  </a:lnTo>
                  <a:lnTo>
                    <a:pt x="43010" y="2172145"/>
                  </a:lnTo>
                  <a:lnTo>
                    <a:pt x="81360" y="2191191"/>
                  </a:lnTo>
                  <a:lnTo>
                    <a:pt x="109804" y="2194928"/>
                  </a:lnTo>
                  <a:lnTo>
                    <a:pt x="3548164" y="2194928"/>
                  </a:lnTo>
                  <a:lnTo>
                    <a:pt x="3590228" y="2186570"/>
                  </a:lnTo>
                  <a:lnTo>
                    <a:pt x="3625737" y="2162748"/>
                  </a:lnTo>
                  <a:lnTo>
                    <a:pt x="3649527" y="2127195"/>
                  </a:lnTo>
                  <a:lnTo>
                    <a:pt x="3657955" y="2085124"/>
                  </a:lnTo>
                  <a:lnTo>
                    <a:pt x="3657932" y="109804"/>
                  </a:lnTo>
                  <a:lnTo>
                    <a:pt x="3649602" y="68095"/>
                  </a:lnTo>
                  <a:lnTo>
                    <a:pt x="3625742" y="32535"/>
                  </a:lnTo>
                  <a:lnTo>
                    <a:pt x="3590072" y="8721"/>
                  </a:lnTo>
                  <a:lnTo>
                    <a:pt x="35481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269600" y="1325156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48164" y="368"/>
                  </a:lnTo>
                  <a:lnTo>
                    <a:pt x="3590072" y="8721"/>
                  </a:lnTo>
                  <a:lnTo>
                    <a:pt x="3625742" y="32535"/>
                  </a:lnTo>
                  <a:lnTo>
                    <a:pt x="3649602" y="68095"/>
                  </a:lnTo>
                  <a:lnTo>
                    <a:pt x="3657955" y="110159"/>
                  </a:lnTo>
                  <a:lnTo>
                    <a:pt x="3657955" y="2085124"/>
                  </a:lnTo>
                  <a:lnTo>
                    <a:pt x="3657015" y="2099548"/>
                  </a:lnTo>
                  <a:lnTo>
                    <a:pt x="3654220" y="2113567"/>
                  </a:lnTo>
                  <a:lnTo>
                    <a:pt x="3635185" y="2151917"/>
                  </a:lnTo>
                  <a:lnTo>
                    <a:pt x="3603243" y="2180158"/>
                  </a:lnTo>
                  <a:lnTo>
                    <a:pt x="3562587" y="2193988"/>
                  </a:lnTo>
                  <a:lnTo>
                    <a:pt x="3548164" y="2194928"/>
                  </a:lnTo>
                  <a:lnTo>
                    <a:pt x="109804" y="2194928"/>
                  </a:lnTo>
                  <a:lnTo>
                    <a:pt x="67882" y="2186570"/>
                  </a:lnTo>
                  <a:lnTo>
                    <a:pt x="32223" y="2162748"/>
                  </a:lnTo>
                  <a:lnTo>
                    <a:pt x="8352" y="2127195"/>
                  </a:lnTo>
                  <a:lnTo>
                    <a:pt x="0" y="208512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98924" y="1554124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39" h="713739">
                  <a:moveTo>
                    <a:pt x="356755" y="0"/>
                  </a:moveTo>
                  <a:lnTo>
                    <a:pt x="310074" y="3076"/>
                  </a:lnTo>
                  <a:lnTo>
                    <a:pt x="264369" y="12195"/>
                  </a:lnTo>
                  <a:lnTo>
                    <a:pt x="220217" y="27185"/>
                  </a:lnTo>
                  <a:lnTo>
                    <a:pt x="178193" y="47878"/>
                  </a:lnTo>
                  <a:lnTo>
                    <a:pt x="139454" y="73864"/>
                  </a:lnTo>
                  <a:lnTo>
                    <a:pt x="104530" y="104574"/>
                  </a:lnTo>
                  <a:lnTo>
                    <a:pt x="73859" y="139604"/>
                  </a:lnTo>
                  <a:lnTo>
                    <a:pt x="47879" y="178549"/>
                  </a:lnTo>
                  <a:lnTo>
                    <a:pt x="27185" y="220367"/>
                  </a:lnTo>
                  <a:lnTo>
                    <a:pt x="12195" y="264413"/>
                  </a:lnTo>
                  <a:lnTo>
                    <a:pt x="3076" y="310080"/>
                  </a:lnTo>
                  <a:lnTo>
                    <a:pt x="0" y="356755"/>
                  </a:lnTo>
                  <a:lnTo>
                    <a:pt x="3076" y="403431"/>
                  </a:lnTo>
                  <a:lnTo>
                    <a:pt x="12195" y="449095"/>
                  </a:lnTo>
                  <a:lnTo>
                    <a:pt x="27185" y="493138"/>
                  </a:lnTo>
                  <a:lnTo>
                    <a:pt x="47879" y="534949"/>
                  </a:lnTo>
                  <a:lnTo>
                    <a:pt x="73859" y="573901"/>
                  </a:lnTo>
                  <a:lnTo>
                    <a:pt x="104530" y="608934"/>
                  </a:lnTo>
                  <a:lnTo>
                    <a:pt x="139454" y="639646"/>
                  </a:lnTo>
                  <a:lnTo>
                    <a:pt x="178193" y="665632"/>
                  </a:lnTo>
                  <a:lnTo>
                    <a:pt x="220217" y="686270"/>
                  </a:lnTo>
                  <a:lnTo>
                    <a:pt x="264369" y="701138"/>
                  </a:lnTo>
                  <a:lnTo>
                    <a:pt x="310074" y="710134"/>
                  </a:lnTo>
                  <a:lnTo>
                    <a:pt x="356755" y="713155"/>
                  </a:lnTo>
                  <a:lnTo>
                    <a:pt x="403229" y="710134"/>
                  </a:lnTo>
                  <a:lnTo>
                    <a:pt x="448825" y="701138"/>
                  </a:lnTo>
                  <a:lnTo>
                    <a:pt x="492938" y="686270"/>
                  </a:lnTo>
                  <a:lnTo>
                    <a:pt x="534962" y="665632"/>
                  </a:lnTo>
                  <a:lnTo>
                    <a:pt x="573695" y="639646"/>
                  </a:lnTo>
                  <a:lnTo>
                    <a:pt x="608620" y="608934"/>
                  </a:lnTo>
                  <a:lnTo>
                    <a:pt x="639294" y="573901"/>
                  </a:lnTo>
                  <a:lnTo>
                    <a:pt x="665276" y="534949"/>
                  </a:lnTo>
                  <a:lnTo>
                    <a:pt x="685970" y="493138"/>
                  </a:lnTo>
                  <a:lnTo>
                    <a:pt x="700960" y="449095"/>
                  </a:lnTo>
                  <a:lnTo>
                    <a:pt x="710078" y="403431"/>
                  </a:lnTo>
                  <a:lnTo>
                    <a:pt x="713155" y="356755"/>
                  </a:lnTo>
                  <a:lnTo>
                    <a:pt x="710078" y="310080"/>
                  </a:lnTo>
                  <a:lnTo>
                    <a:pt x="700960" y="264413"/>
                  </a:lnTo>
                  <a:lnTo>
                    <a:pt x="685970" y="220367"/>
                  </a:lnTo>
                  <a:lnTo>
                    <a:pt x="665276" y="178549"/>
                  </a:lnTo>
                  <a:lnTo>
                    <a:pt x="639294" y="139604"/>
                  </a:lnTo>
                  <a:lnTo>
                    <a:pt x="608620" y="104574"/>
                  </a:lnTo>
                  <a:lnTo>
                    <a:pt x="573695" y="73864"/>
                  </a:lnTo>
                  <a:lnTo>
                    <a:pt x="534962" y="47878"/>
                  </a:lnTo>
                  <a:lnTo>
                    <a:pt x="492938" y="27185"/>
                  </a:lnTo>
                  <a:lnTo>
                    <a:pt x="448825" y="12195"/>
                  </a:lnTo>
                  <a:lnTo>
                    <a:pt x="403229" y="3076"/>
                  </a:lnTo>
                  <a:lnTo>
                    <a:pt x="356755" y="0"/>
                  </a:lnTo>
                  <a:close/>
                </a:path>
              </a:pathLst>
            </a:custGeom>
            <a:solidFill>
              <a:srgbClr val="DBE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9916" y="1725117"/>
              <a:ext cx="370446" cy="37044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398820" y="1781187"/>
            <a:ext cx="18561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E3763"/>
                </a:solidFill>
                <a:latin typeface="Calibri"/>
                <a:cs typeface="Calibri"/>
              </a:rPr>
              <a:t>Phone</a:t>
            </a:r>
            <a:r>
              <a:rPr dirty="0" sz="1600" spc="-7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E3763"/>
                </a:solidFill>
                <a:latin typeface="Calibri"/>
                <a:cs typeface="Calibri"/>
              </a:rPr>
              <a:t>OTP</a:t>
            </a:r>
            <a:r>
              <a:rPr dirty="0" sz="1600" spc="-6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E3763"/>
                </a:solidFill>
                <a:latin typeface="Calibri"/>
                <a:cs typeface="Calibri"/>
              </a:rPr>
              <a:t>for</a:t>
            </a:r>
            <a:r>
              <a:rPr dirty="0" sz="1600" spc="-6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E3763"/>
                </a:solidFill>
                <a:latin typeface="Calibri"/>
                <a:cs typeface="Calibri"/>
              </a:rPr>
              <a:t>drivers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03216" y="2409459"/>
            <a:ext cx="25539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900"/>
              </a:lnSpc>
              <a:spcBef>
                <a:spcPts val="100"/>
              </a:spcBef>
            </a:pP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Quick</a:t>
            </a:r>
            <a:r>
              <a:rPr dirty="0" sz="12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verification</a:t>
            </a:r>
            <a:r>
              <a:rPr dirty="0" sz="12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and</a:t>
            </a:r>
            <a:r>
              <a:rPr dirty="0" sz="12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UPI</a:t>
            </a:r>
            <a:r>
              <a:rPr dirty="0" sz="12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QR</a:t>
            </a:r>
            <a:r>
              <a:rPr dirty="0" sz="12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upload</a:t>
            </a:r>
            <a:r>
              <a:rPr dirty="0" sz="12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212733"/>
                </a:solidFill>
                <a:latin typeface="Calibri"/>
                <a:cs typeface="Calibri"/>
              </a:rPr>
              <a:t>at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registration;</a:t>
            </a:r>
            <a:r>
              <a:rPr dirty="0" sz="1250" spc="-5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simple</a:t>
            </a:r>
            <a:r>
              <a:rPr dirty="0" sz="1250" spc="-5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queue</a:t>
            </a:r>
            <a:r>
              <a:rPr dirty="0" sz="12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dashboard.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122144" y="1318856"/>
            <a:ext cx="3670935" cy="2207895"/>
            <a:chOff x="8122144" y="1318856"/>
            <a:chExt cx="3670935" cy="2207895"/>
          </a:xfrm>
        </p:grpSpPr>
        <p:sp>
          <p:nvSpPr>
            <p:cNvPr id="28" name="object 28"/>
            <p:cNvSpPr/>
            <p:nvPr/>
          </p:nvSpPr>
          <p:spPr>
            <a:xfrm>
              <a:off x="8128444" y="1325156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2085124"/>
                  </a:lnTo>
                  <a:lnTo>
                    <a:pt x="937" y="2099554"/>
                  </a:lnTo>
                  <a:lnTo>
                    <a:pt x="14757" y="2140204"/>
                  </a:lnTo>
                  <a:lnTo>
                    <a:pt x="22674" y="2151917"/>
                  </a:lnTo>
                  <a:lnTo>
                    <a:pt x="22775" y="2152067"/>
                  </a:lnTo>
                  <a:lnTo>
                    <a:pt x="55079" y="2180158"/>
                  </a:lnTo>
                  <a:lnTo>
                    <a:pt x="95374" y="2193988"/>
                  </a:lnTo>
                  <a:lnTo>
                    <a:pt x="109791" y="2194928"/>
                  </a:lnTo>
                  <a:lnTo>
                    <a:pt x="3548151" y="2194928"/>
                  </a:lnTo>
                  <a:lnTo>
                    <a:pt x="3590222" y="2186570"/>
                  </a:lnTo>
                  <a:lnTo>
                    <a:pt x="3625726" y="2162748"/>
                  </a:lnTo>
                  <a:lnTo>
                    <a:pt x="3649527" y="2127195"/>
                  </a:lnTo>
                  <a:lnTo>
                    <a:pt x="3657955" y="2085124"/>
                  </a:lnTo>
                  <a:lnTo>
                    <a:pt x="3657932" y="109804"/>
                  </a:lnTo>
                  <a:lnTo>
                    <a:pt x="3649602" y="68095"/>
                  </a:lnTo>
                  <a:lnTo>
                    <a:pt x="3625732" y="32535"/>
                  </a:lnTo>
                  <a:lnTo>
                    <a:pt x="3590072" y="8721"/>
                  </a:lnTo>
                  <a:lnTo>
                    <a:pt x="35481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128444" y="1325156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48151" y="368"/>
                  </a:lnTo>
                  <a:lnTo>
                    <a:pt x="3590072" y="8721"/>
                  </a:lnTo>
                  <a:lnTo>
                    <a:pt x="3625732" y="32535"/>
                  </a:lnTo>
                  <a:lnTo>
                    <a:pt x="3649602" y="68095"/>
                  </a:lnTo>
                  <a:lnTo>
                    <a:pt x="3657955" y="110159"/>
                  </a:lnTo>
                  <a:lnTo>
                    <a:pt x="3657955" y="2085124"/>
                  </a:lnTo>
                  <a:lnTo>
                    <a:pt x="3657015" y="2099548"/>
                  </a:lnTo>
                  <a:lnTo>
                    <a:pt x="3654220" y="2113567"/>
                  </a:lnTo>
                  <a:lnTo>
                    <a:pt x="3635178" y="2151917"/>
                  </a:lnTo>
                  <a:lnTo>
                    <a:pt x="3603231" y="2180158"/>
                  </a:lnTo>
                  <a:lnTo>
                    <a:pt x="3562581" y="2193988"/>
                  </a:lnTo>
                  <a:lnTo>
                    <a:pt x="3548151" y="2194928"/>
                  </a:lnTo>
                  <a:lnTo>
                    <a:pt x="109791" y="2194928"/>
                  </a:lnTo>
                  <a:lnTo>
                    <a:pt x="67882" y="2186570"/>
                  </a:lnTo>
                  <a:lnTo>
                    <a:pt x="32213" y="2162748"/>
                  </a:lnTo>
                  <a:lnTo>
                    <a:pt x="8347" y="2127195"/>
                  </a:lnTo>
                  <a:lnTo>
                    <a:pt x="0" y="208512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128444" y="1325156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2085124"/>
                  </a:lnTo>
                  <a:lnTo>
                    <a:pt x="937" y="2099554"/>
                  </a:lnTo>
                  <a:lnTo>
                    <a:pt x="14757" y="2140204"/>
                  </a:lnTo>
                  <a:lnTo>
                    <a:pt x="22674" y="2151917"/>
                  </a:lnTo>
                  <a:lnTo>
                    <a:pt x="22775" y="2152067"/>
                  </a:lnTo>
                  <a:lnTo>
                    <a:pt x="55079" y="2180158"/>
                  </a:lnTo>
                  <a:lnTo>
                    <a:pt x="95374" y="2193988"/>
                  </a:lnTo>
                  <a:lnTo>
                    <a:pt x="109791" y="2194928"/>
                  </a:lnTo>
                  <a:lnTo>
                    <a:pt x="3548151" y="2194928"/>
                  </a:lnTo>
                  <a:lnTo>
                    <a:pt x="3590222" y="2186570"/>
                  </a:lnTo>
                  <a:lnTo>
                    <a:pt x="3625726" y="2162748"/>
                  </a:lnTo>
                  <a:lnTo>
                    <a:pt x="3649527" y="2127195"/>
                  </a:lnTo>
                  <a:lnTo>
                    <a:pt x="3657955" y="2085124"/>
                  </a:lnTo>
                  <a:lnTo>
                    <a:pt x="3657932" y="109804"/>
                  </a:lnTo>
                  <a:lnTo>
                    <a:pt x="3649602" y="68095"/>
                  </a:lnTo>
                  <a:lnTo>
                    <a:pt x="3625732" y="32535"/>
                  </a:lnTo>
                  <a:lnTo>
                    <a:pt x="3590072" y="8721"/>
                  </a:lnTo>
                  <a:lnTo>
                    <a:pt x="35481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128444" y="1325156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48151" y="368"/>
                  </a:lnTo>
                  <a:lnTo>
                    <a:pt x="3590072" y="8721"/>
                  </a:lnTo>
                  <a:lnTo>
                    <a:pt x="3625732" y="32535"/>
                  </a:lnTo>
                  <a:lnTo>
                    <a:pt x="3649602" y="68095"/>
                  </a:lnTo>
                  <a:lnTo>
                    <a:pt x="3657955" y="110159"/>
                  </a:lnTo>
                  <a:lnTo>
                    <a:pt x="3657955" y="2085124"/>
                  </a:lnTo>
                  <a:lnTo>
                    <a:pt x="3657015" y="2099548"/>
                  </a:lnTo>
                  <a:lnTo>
                    <a:pt x="3654220" y="2113567"/>
                  </a:lnTo>
                  <a:lnTo>
                    <a:pt x="3635178" y="2151917"/>
                  </a:lnTo>
                  <a:lnTo>
                    <a:pt x="3603231" y="2180158"/>
                  </a:lnTo>
                  <a:lnTo>
                    <a:pt x="3562581" y="2193988"/>
                  </a:lnTo>
                  <a:lnTo>
                    <a:pt x="3548151" y="2194928"/>
                  </a:lnTo>
                  <a:lnTo>
                    <a:pt x="109791" y="2194928"/>
                  </a:lnTo>
                  <a:lnTo>
                    <a:pt x="67882" y="2186570"/>
                  </a:lnTo>
                  <a:lnTo>
                    <a:pt x="32213" y="2162748"/>
                  </a:lnTo>
                  <a:lnTo>
                    <a:pt x="8347" y="2127195"/>
                  </a:lnTo>
                  <a:lnTo>
                    <a:pt x="0" y="208512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357755" y="1554124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356400" y="0"/>
                  </a:moveTo>
                  <a:lnTo>
                    <a:pt x="309926" y="3076"/>
                  </a:lnTo>
                  <a:lnTo>
                    <a:pt x="264331" y="12195"/>
                  </a:lnTo>
                  <a:lnTo>
                    <a:pt x="220222" y="27185"/>
                  </a:lnTo>
                  <a:lnTo>
                    <a:pt x="178206" y="47878"/>
                  </a:lnTo>
                  <a:lnTo>
                    <a:pt x="139467" y="73864"/>
                  </a:lnTo>
                  <a:lnTo>
                    <a:pt x="104541" y="104574"/>
                  </a:lnTo>
                  <a:lnTo>
                    <a:pt x="73866" y="139604"/>
                  </a:lnTo>
                  <a:lnTo>
                    <a:pt x="47878" y="178549"/>
                  </a:lnTo>
                  <a:lnTo>
                    <a:pt x="27185" y="220367"/>
                  </a:lnTo>
                  <a:lnTo>
                    <a:pt x="12195" y="264413"/>
                  </a:lnTo>
                  <a:lnTo>
                    <a:pt x="3076" y="310080"/>
                  </a:lnTo>
                  <a:lnTo>
                    <a:pt x="0" y="356755"/>
                  </a:lnTo>
                  <a:lnTo>
                    <a:pt x="3076" y="403431"/>
                  </a:lnTo>
                  <a:lnTo>
                    <a:pt x="12195" y="449095"/>
                  </a:lnTo>
                  <a:lnTo>
                    <a:pt x="27185" y="493138"/>
                  </a:lnTo>
                  <a:lnTo>
                    <a:pt x="47878" y="534949"/>
                  </a:lnTo>
                  <a:lnTo>
                    <a:pt x="73866" y="573901"/>
                  </a:lnTo>
                  <a:lnTo>
                    <a:pt x="104541" y="608934"/>
                  </a:lnTo>
                  <a:lnTo>
                    <a:pt x="139467" y="639646"/>
                  </a:lnTo>
                  <a:lnTo>
                    <a:pt x="178206" y="665632"/>
                  </a:lnTo>
                  <a:lnTo>
                    <a:pt x="220222" y="686270"/>
                  </a:lnTo>
                  <a:lnTo>
                    <a:pt x="264331" y="701138"/>
                  </a:lnTo>
                  <a:lnTo>
                    <a:pt x="309926" y="710134"/>
                  </a:lnTo>
                  <a:lnTo>
                    <a:pt x="356400" y="713155"/>
                  </a:lnTo>
                  <a:lnTo>
                    <a:pt x="403086" y="710134"/>
                  </a:lnTo>
                  <a:lnTo>
                    <a:pt x="448791" y="701138"/>
                  </a:lnTo>
                  <a:lnTo>
                    <a:pt x="492940" y="686270"/>
                  </a:lnTo>
                  <a:lnTo>
                    <a:pt x="534962" y="665632"/>
                  </a:lnTo>
                  <a:lnTo>
                    <a:pt x="573701" y="639646"/>
                  </a:lnTo>
                  <a:lnTo>
                    <a:pt x="608626" y="608934"/>
                  </a:lnTo>
                  <a:lnTo>
                    <a:pt x="639301" y="573901"/>
                  </a:lnTo>
                  <a:lnTo>
                    <a:pt x="665289" y="534949"/>
                  </a:lnTo>
                  <a:lnTo>
                    <a:pt x="685982" y="493138"/>
                  </a:lnTo>
                  <a:lnTo>
                    <a:pt x="700973" y="449095"/>
                  </a:lnTo>
                  <a:lnTo>
                    <a:pt x="710091" y="403431"/>
                  </a:lnTo>
                  <a:lnTo>
                    <a:pt x="713168" y="356755"/>
                  </a:lnTo>
                  <a:lnTo>
                    <a:pt x="710091" y="310080"/>
                  </a:lnTo>
                  <a:lnTo>
                    <a:pt x="700973" y="264413"/>
                  </a:lnTo>
                  <a:lnTo>
                    <a:pt x="685982" y="220367"/>
                  </a:lnTo>
                  <a:lnTo>
                    <a:pt x="665289" y="178549"/>
                  </a:lnTo>
                  <a:lnTo>
                    <a:pt x="639301" y="139604"/>
                  </a:lnTo>
                  <a:lnTo>
                    <a:pt x="608626" y="104574"/>
                  </a:lnTo>
                  <a:lnTo>
                    <a:pt x="573701" y="73864"/>
                  </a:lnTo>
                  <a:lnTo>
                    <a:pt x="534962" y="47878"/>
                  </a:lnTo>
                  <a:lnTo>
                    <a:pt x="492940" y="27185"/>
                  </a:lnTo>
                  <a:lnTo>
                    <a:pt x="448791" y="12195"/>
                  </a:lnTo>
                  <a:lnTo>
                    <a:pt x="403086" y="3076"/>
                  </a:lnTo>
                  <a:lnTo>
                    <a:pt x="356400" y="0"/>
                  </a:lnTo>
                  <a:close/>
                </a:path>
              </a:pathLst>
            </a:custGeom>
            <a:solidFill>
              <a:srgbClr val="DBE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28761" y="1725117"/>
              <a:ext cx="370446" cy="370446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9257665" y="1781187"/>
            <a:ext cx="14763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E3763"/>
                </a:solidFill>
                <a:latin typeface="Calibri"/>
                <a:cs typeface="Calibri"/>
              </a:rPr>
              <a:t>Live</a:t>
            </a:r>
            <a:r>
              <a:rPr dirty="0" sz="1600" spc="-3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E3763"/>
                </a:solidFill>
                <a:latin typeface="Calibri"/>
                <a:cs typeface="Calibri"/>
              </a:rPr>
              <a:t>seat</a:t>
            </a:r>
            <a:r>
              <a:rPr dirty="0" sz="1600" spc="-3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E3763"/>
                </a:solidFill>
                <a:latin typeface="Calibri"/>
                <a:cs typeface="Calibri"/>
              </a:rPr>
              <a:t>booking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62061" y="2409459"/>
            <a:ext cx="2946400" cy="664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900"/>
              </a:lnSpc>
              <a:spcBef>
                <a:spcPts val="100"/>
              </a:spcBef>
            </a:pP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Students</a:t>
            </a:r>
            <a:r>
              <a:rPr dirty="0" sz="12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see</a:t>
            </a:r>
            <a:r>
              <a:rPr dirty="0" sz="1250" spc="-2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genuine,</a:t>
            </a:r>
            <a:r>
              <a:rPr dirty="0" sz="12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momentary</a:t>
            </a:r>
            <a:r>
              <a:rPr dirty="0" sz="12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availability before</a:t>
            </a:r>
            <a:r>
              <a:rPr dirty="0" sz="12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booking</a:t>
            </a:r>
            <a:r>
              <a:rPr dirty="0" sz="12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—</a:t>
            </a:r>
            <a:r>
              <a:rPr dirty="0" sz="12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no</a:t>
            </a:r>
            <a:r>
              <a:rPr dirty="0" sz="12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212733"/>
                </a:solidFill>
                <a:latin typeface="Calibri"/>
                <a:cs typeface="Calibri"/>
              </a:rPr>
              <a:t>double-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booking</a:t>
            </a:r>
            <a:r>
              <a:rPr dirty="0" sz="1250" spc="-25">
                <a:solidFill>
                  <a:srgbClr val="212733"/>
                </a:solidFill>
                <a:latin typeface="Calibri"/>
                <a:cs typeface="Calibri"/>
              </a:rPr>
              <a:t> or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guesswork.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04456" y="3650576"/>
            <a:ext cx="3670935" cy="2207895"/>
            <a:chOff x="404456" y="3650576"/>
            <a:chExt cx="3670935" cy="2207895"/>
          </a:xfrm>
        </p:grpSpPr>
        <p:sp>
          <p:nvSpPr>
            <p:cNvPr id="37" name="object 37"/>
            <p:cNvSpPr/>
            <p:nvPr/>
          </p:nvSpPr>
          <p:spPr>
            <a:xfrm>
              <a:off x="410756" y="3656875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5" h="219519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2085124"/>
                  </a:lnTo>
                  <a:lnTo>
                    <a:pt x="939" y="2099554"/>
                  </a:lnTo>
                  <a:lnTo>
                    <a:pt x="3736" y="2113611"/>
                  </a:lnTo>
                  <a:lnTo>
                    <a:pt x="8307" y="2127045"/>
                  </a:lnTo>
                  <a:lnTo>
                    <a:pt x="8358" y="2127195"/>
                  </a:lnTo>
                  <a:lnTo>
                    <a:pt x="14770" y="2140204"/>
                  </a:lnTo>
                  <a:lnTo>
                    <a:pt x="22686" y="2151917"/>
                  </a:lnTo>
                  <a:lnTo>
                    <a:pt x="22788" y="2152067"/>
                  </a:lnTo>
                  <a:lnTo>
                    <a:pt x="55079" y="2180158"/>
                  </a:lnTo>
                  <a:lnTo>
                    <a:pt x="95379" y="2193988"/>
                  </a:lnTo>
                  <a:lnTo>
                    <a:pt x="109804" y="2194928"/>
                  </a:lnTo>
                  <a:lnTo>
                    <a:pt x="3548164" y="2194928"/>
                  </a:lnTo>
                  <a:lnTo>
                    <a:pt x="3590235" y="2186570"/>
                  </a:lnTo>
                  <a:lnTo>
                    <a:pt x="3625737" y="2162748"/>
                  </a:lnTo>
                  <a:lnTo>
                    <a:pt x="3649534" y="2127195"/>
                  </a:lnTo>
                  <a:lnTo>
                    <a:pt x="3657968" y="2085124"/>
                  </a:lnTo>
                  <a:lnTo>
                    <a:pt x="3657945" y="109804"/>
                  </a:lnTo>
                  <a:lnTo>
                    <a:pt x="3649610" y="68095"/>
                  </a:lnTo>
                  <a:lnTo>
                    <a:pt x="3625743" y="32535"/>
                  </a:lnTo>
                  <a:lnTo>
                    <a:pt x="3590085" y="8721"/>
                  </a:lnTo>
                  <a:lnTo>
                    <a:pt x="35481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10756" y="3656875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5" h="219519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548164" y="368"/>
                  </a:lnTo>
                  <a:lnTo>
                    <a:pt x="3590085" y="8721"/>
                  </a:lnTo>
                  <a:lnTo>
                    <a:pt x="3625743" y="32535"/>
                  </a:lnTo>
                  <a:lnTo>
                    <a:pt x="3649610" y="68095"/>
                  </a:lnTo>
                  <a:lnTo>
                    <a:pt x="3657968" y="110159"/>
                  </a:lnTo>
                  <a:lnTo>
                    <a:pt x="3657968" y="2085124"/>
                  </a:lnTo>
                  <a:lnTo>
                    <a:pt x="3657028" y="2099548"/>
                  </a:lnTo>
                  <a:lnTo>
                    <a:pt x="3654231" y="2113567"/>
                  </a:lnTo>
                  <a:lnTo>
                    <a:pt x="3635185" y="2151917"/>
                  </a:lnTo>
                  <a:lnTo>
                    <a:pt x="3603243" y="2180158"/>
                  </a:lnTo>
                  <a:lnTo>
                    <a:pt x="3562594" y="2193988"/>
                  </a:lnTo>
                  <a:lnTo>
                    <a:pt x="3548164" y="2194928"/>
                  </a:lnTo>
                  <a:lnTo>
                    <a:pt x="109804" y="2194928"/>
                  </a:lnTo>
                  <a:lnTo>
                    <a:pt x="67882" y="2186570"/>
                  </a:lnTo>
                  <a:lnTo>
                    <a:pt x="32224" y="2162748"/>
                  </a:lnTo>
                  <a:lnTo>
                    <a:pt x="8358" y="2127195"/>
                  </a:lnTo>
                  <a:lnTo>
                    <a:pt x="0" y="208512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10756" y="3656875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5" h="219519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2085124"/>
                  </a:lnTo>
                  <a:lnTo>
                    <a:pt x="939" y="2099554"/>
                  </a:lnTo>
                  <a:lnTo>
                    <a:pt x="3736" y="2113611"/>
                  </a:lnTo>
                  <a:lnTo>
                    <a:pt x="8307" y="2127045"/>
                  </a:lnTo>
                  <a:lnTo>
                    <a:pt x="8358" y="2127195"/>
                  </a:lnTo>
                  <a:lnTo>
                    <a:pt x="14770" y="2140204"/>
                  </a:lnTo>
                  <a:lnTo>
                    <a:pt x="22686" y="2151917"/>
                  </a:lnTo>
                  <a:lnTo>
                    <a:pt x="22788" y="2152067"/>
                  </a:lnTo>
                  <a:lnTo>
                    <a:pt x="55079" y="2180158"/>
                  </a:lnTo>
                  <a:lnTo>
                    <a:pt x="95379" y="2193988"/>
                  </a:lnTo>
                  <a:lnTo>
                    <a:pt x="109804" y="2194928"/>
                  </a:lnTo>
                  <a:lnTo>
                    <a:pt x="3548164" y="2194928"/>
                  </a:lnTo>
                  <a:lnTo>
                    <a:pt x="3590235" y="2186570"/>
                  </a:lnTo>
                  <a:lnTo>
                    <a:pt x="3625737" y="2162748"/>
                  </a:lnTo>
                  <a:lnTo>
                    <a:pt x="3649534" y="2127195"/>
                  </a:lnTo>
                  <a:lnTo>
                    <a:pt x="3657968" y="2085124"/>
                  </a:lnTo>
                  <a:lnTo>
                    <a:pt x="3657945" y="109804"/>
                  </a:lnTo>
                  <a:lnTo>
                    <a:pt x="3649610" y="68095"/>
                  </a:lnTo>
                  <a:lnTo>
                    <a:pt x="3625743" y="32535"/>
                  </a:lnTo>
                  <a:lnTo>
                    <a:pt x="3590085" y="8721"/>
                  </a:lnTo>
                  <a:lnTo>
                    <a:pt x="35481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10756" y="3656875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5" h="219519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3548164" y="368"/>
                  </a:lnTo>
                  <a:lnTo>
                    <a:pt x="3590085" y="8721"/>
                  </a:lnTo>
                  <a:lnTo>
                    <a:pt x="3625743" y="32535"/>
                  </a:lnTo>
                  <a:lnTo>
                    <a:pt x="3649610" y="68095"/>
                  </a:lnTo>
                  <a:lnTo>
                    <a:pt x="3657968" y="110159"/>
                  </a:lnTo>
                  <a:lnTo>
                    <a:pt x="3657968" y="2085124"/>
                  </a:lnTo>
                  <a:lnTo>
                    <a:pt x="3657028" y="2099548"/>
                  </a:lnTo>
                  <a:lnTo>
                    <a:pt x="3654231" y="2113567"/>
                  </a:lnTo>
                  <a:lnTo>
                    <a:pt x="3635185" y="2151917"/>
                  </a:lnTo>
                  <a:lnTo>
                    <a:pt x="3603243" y="2180158"/>
                  </a:lnTo>
                  <a:lnTo>
                    <a:pt x="3562594" y="2193988"/>
                  </a:lnTo>
                  <a:lnTo>
                    <a:pt x="3548164" y="2194928"/>
                  </a:lnTo>
                  <a:lnTo>
                    <a:pt x="109804" y="2194928"/>
                  </a:lnTo>
                  <a:lnTo>
                    <a:pt x="67882" y="2186570"/>
                  </a:lnTo>
                  <a:lnTo>
                    <a:pt x="32224" y="2162748"/>
                  </a:lnTo>
                  <a:lnTo>
                    <a:pt x="8358" y="2127195"/>
                  </a:lnTo>
                  <a:lnTo>
                    <a:pt x="0" y="208512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40079" y="3886199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356755" y="0"/>
                  </a:moveTo>
                  <a:lnTo>
                    <a:pt x="310076" y="3021"/>
                  </a:lnTo>
                  <a:lnTo>
                    <a:pt x="264374" y="12017"/>
                  </a:lnTo>
                  <a:lnTo>
                    <a:pt x="220222" y="26885"/>
                  </a:lnTo>
                  <a:lnTo>
                    <a:pt x="178193" y="47523"/>
                  </a:lnTo>
                  <a:lnTo>
                    <a:pt x="139460" y="73509"/>
                  </a:lnTo>
                  <a:lnTo>
                    <a:pt x="104535" y="104219"/>
                  </a:lnTo>
                  <a:lnTo>
                    <a:pt x="73861" y="139249"/>
                  </a:lnTo>
                  <a:lnTo>
                    <a:pt x="47879" y="178193"/>
                  </a:lnTo>
                  <a:lnTo>
                    <a:pt x="27185" y="220011"/>
                  </a:lnTo>
                  <a:lnTo>
                    <a:pt x="12195" y="264058"/>
                  </a:lnTo>
                  <a:lnTo>
                    <a:pt x="3076" y="309724"/>
                  </a:lnTo>
                  <a:lnTo>
                    <a:pt x="0" y="356400"/>
                  </a:lnTo>
                  <a:lnTo>
                    <a:pt x="3076" y="403075"/>
                  </a:lnTo>
                  <a:lnTo>
                    <a:pt x="12195" y="448740"/>
                  </a:lnTo>
                  <a:lnTo>
                    <a:pt x="27185" y="492783"/>
                  </a:lnTo>
                  <a:lnTo>
                    <a:pt x="47879" y="534593"/>
                  </a:lnTo>
                  <a:lnTo>
                    <a:pt x="73861" y="573545"/>
                  </a:lnTo>
                  <a:lnTo>
                    <a:pt x="104535" y="608579"/>
                  </a:lnTo>
                  <a:lnTo>
                    <a:pt x="139460" y="639290"/>
                  </a:lnTo>
                  <a:lnTo>
                    <a:pt x="178193" y="665276"/>
                  </a:lnTo>
                  <a:lnTo>
                    <a:pt x="220222" y="685970"/>
                  </a:lnTo>
                  <a:lnTo>
                    <a:pt x="264374" y="700960"/>
                  </a:lnTo>
                  <a:lnTo>
                    <a:pt x="310076" y="710078"/>
                  </a:lnTo>
                  <a:lnTo>
                    <a:pt x="356755" y="713155"/>
                  </a:lnTo>
                  <a:lnTo>
                    <a:pt x="403231" y="710078"/>
                  </a:lnTo>
                  <a:lnTo>
                    <a:pt x="448830" y="700960"/>
                  </a:lnTo>
                  <a:lnTo>
                    <a:pt x="492944" y="685970"/>
                  </a:lnTo>
                  <a:lnTo>
                    <a:pt x="534962" y="665276"/>
                  </a:lnTo>
                  <a:lnTo>
                    <a:pt x="573701" y="639290"/>
                  </a:lnTo>
                  <a:lnTo>
                    <a:pt x="608625" y="608579"/>
                  </a:lnTo>
                  <a:lnTo>
                    <a:pt x="639296" y="573545"/>
                  </a:lnTo>
                  <a:lnTo>
                    <a:pt x="665276" y="534593"/>
                  </a:lnTo>
                  <a:lnTo>
                    <a:pt x="685970" y="492783"/>
                  </a:lnTo>
                  <a:lnTo>
                    <a:pt x="700960" y="448740"/>
                  </a:lnTo>
                  <a:lnTo>
                    <a:pt x="710078" y="403075"/>
                  </a:lnTo>
                  <a:lnTo>
                    <a:pt x="713155" y="356400"/>
                  </a:lnTo>
                  <a:lnTo>
                    <a:pt x="710078" y="309724"/>
                  </a:lnTo>
                  <a:lnTo>
                    <a:pt x="700960" y="264058"/>
                  </a:lnTo>
                  <a:lnTo>
                    <a:pt x="685970" y="220011"/>
                  </a:lnTo>
                  <a:lnTo>
                    <a:pt x="665276" y="178193"/>
                  </a:lnTo>
                  <a:lnTo>
                    <a:pt x="639296" y="139249"/>
                  </a:lnTo>
                  <a:lnTo>
                    <a:pt x="608625" y="104219"/>
                  </a:lnTo>
                  <a:lnTo>
                    <a:pt x="573701" y="73509"/>
                  </a:lnTo>
                  <a:lnTo>
                    <a:pt x="534962" y="47523"/>
                  </a:lnTo>
                  <a:lnTo>
                    <a:pt x="492944" y="26885"/>
                  </a:lnTo>
                  <a:lnTo>
                    <a:pt x="448830" y="12017"/>
                  </a:lnTo>
                  <a:lnTo>
                    <a:pt x="403231" y="3021"/>
                  </a:lnTo>
                  <a:lnTo>
                    <a:pt x="356755" y="0"/>
                  </a:lnTo>
                  <a:close/>
                </a:path>
              </a:pathLst>
            </a:custGeom>
            <a:solidFill>
              <a:srgbClr val="DBE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1085" y="4056837"/>
              <a:ext cx="370446" cy="370446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1539976" y="4112907"/>
            <a:ext cx="16617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E3763"/>
                </a:solidFill>
                <a:latin typeface="Calibri"/>
                <a:cs typeface="Calibri"/>
              </a:rPr>
              <a:t>Payments</a:t>
            </a:r>
            <a:r>
              <a:rPr dirty="0" sz="1600" spc="-3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E3763"/>
                </a:solidFill>
                <a:latin typeface="Calibri"/>
                <a:cs typeface="Calibri"/>
              </a:rPr>
              <a:t>&amp;</a:t>
            </a:r>
            <a:r>
              <a:rPr dirty="0" sz="1600" spc="-3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E3763"/>
                </a:solidFill>
                <a:latin typeface="Calibri"/>
                <a:cs typeface="Calibri"/>
              </a:rPr>
              <a:t>history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4385" y="4741179"/>
            <a:ext cx="29762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900"/>
              </a:lnSpc>
              <a:spcBef>
                <a:spcPts val="100"/>
              </a:spcBef>
            </a:pP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Scan</a:t>
            </a:r>
            <a:r>
              <a:rPr dirty="0" sz="12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UPI</a:t>
            </a:r>
            <a:r>
              <a:rPr dirty="0" sz="12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QR</a:t>
            </a:r>
            <a:r>
              <a:rPr dirty="0" sz="125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to</a:t>
            </a:r>
            <a:r>
              <a:rPr dirty="0" sz="12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pay;</a:t>
            </a:r>
            <a:r>
              <a:rPr dirty="0" sz="12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all</a:t>
            </a:r>
            <a:r>
              <a:rPr dirty="0" sz="12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trips,</a:t>
            </a:r>
            <a:r>
              <a:rPr dirty="0" sz="12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fares,</a:t>
            </a:r>
            <a:r>
              <a:rPr dirty="0" sz="12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and</a:t>
            </a:r>
            <a:r>
              <a:rPr dirty="0" sz="12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drivers stored</a:t>
            </a:r>
            <a:r>
              <a:rPr dirty="0" sz="1250" spc="-5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in</a:t>
            </a:r>
            <a:r>
              <a:rPr dirty="0" sz="1250" spc="-5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booking</a:t>
            </a:r>
            <a:r>
              <a:rPr dirty="0" sz="125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history</a:t>
            </a:r>
            <a:r>
              <a:rPr dirty="0" sz="1250" spc="-5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for</a:t>
            </a:r>
            <a:r>
              <a:rPr dirty="0" sz="12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transparency.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263300" y="3650576"/>
            <a:ext cx="3670935" cy="2207895"/>
            <a:chOff x="4263300" y="3650576"/>
            <a:chExt cx="3670935" cy="2207895"/>
          </a:xfrm>
        </p:grpSpPr>
        <p:sp>
          <p:nvSpPr>
            <p:cNvPr id="46" name="object 46"/>
            <p:cNvSpPr/>
            <p:nvPr/>
          </p:nvSpPr>
          <p:spPr>
            <a:xfrm>
              <a:off x="4269600" y="3656875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2085124"/>
                  </a:lnTo>
                  <a:lnTo>
                    <a:pt x="939" y="2099554"/>
                  </a:lnTo>
                  <a:lnTo>
                    <a:pt x="14757" y="2140204"/>
                  </a:lnTo>
                  <a:lnTo>
                    <a:pt x="43010" y="2172145"/>
                  </a:lnTo>
                  <a:lnTo>
                    <a:pt x="81360" y="2191191"/>
                  </a:lnTo>
                  <a:lnTo>
                    <a:pt x="109804" y="2194928"/>
                  </a:lnTo>
                  <a:lnTo>
                    <a:pt x="3548164" y="2194928"/>
                  </a:lnTo>
                  <a:lnTo>
                    <a:pt x="3590228" y="2186570"/>
                  </a:lnTo>
                  <a:lnTo>
                    <a:pt x="3625737" y="2162748"/>
                  </a:lnTo>
                  <a:lnTo>
                    <a:pt x="3649527" y="2127195"/>
                  </a:lnTo>
                  <a:lnTo>
                    <a:pt x="3657955" y="2085124"/>
                  </a:lnTo>
                  <a:lnTo>
                    <a:pt x="3657932" y="109804"/>
                  </a:lnTo>
                  <a:lnTo>
                    <a:pt x="3649602" y="68095"/>
                  </a:lnTo>
                  <a:lnTo>
                    <a:pt x="3625742" y="32535"/>
                  </a:lnTo>
                  <a:lnTo>
                    <a:pt x="3590072" y="8721"/>
                  </a:lnTo>
                  <a:lnTo>
                    <a:pt x="35481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269600" y="3656875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48164" y="368"/>
                  </a:lnTo>
                  <a:lnTo>
                    <a:pt x="3590072" y="8721"/>
                  </a:lnTo>
                  <a:lnTo>
                    <a:pt x="3625742" y="32535"/>
                  </a:lnTo>
                  <a:lnTo>
                    <a:pt x="3649602" y="68095"/>
                  </a:lnTo>
                  <a:lnTo>
                    <a:pt x="3657955" y="110159"/>
                  </a:lnTo>
                  <a:lnTo>
                    <a:pt x="3657955" y="2085124"/>
                  </a:lnTo>
                  <a:lnTo>
                    <a:pt x="3657015" y="2099548"/>
                  </a:lnTo>
                  <a:lnTo>
                    <a:pt x="3654220" y="2113567"/>
                  </a:lnTo>
                  <a:lnTo>
                    <a:pt x="3635185" y="2151917"/>
                  </a:lnTo>
                  <a:lnTo>
                    <a:pt x="3603243" y="2180158"/>
                  </a:lnTo>
                  <a:lnTo>
                    <a:pt x="3562587" y="2193988"/>
                  </a:lnTo>
                  <a:lnTo>
                    <a:pt x="3548164" y="2194928"/>
                  </a:lnTo>
                  <a:lnTo>
                    <a:pt x="109804" y="2194928"/>
                  </a:lnTo>
                  <a:lnTo>
                    <a:pt x="67882" y="2186570"/>
                  </a:lnTo>
                  <a:lnTo>
                    <a:pt x="32223" y="2162748"/>
                  </a:lnTo>
                  <a:lnTo>
                    <a:pt x="8352" y="2127195"/>
                  </a:lnTo>
                  <a:lnTo>
                    <a:pt x="0" y="208512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269600" y="3656875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110159" y="0"/>
                  </a:moveTo>
                  <a:lnTo>
                    <a:pt x="68088" y="8358"/>
                  </a:lnTo>
                  <a:lnTo>
                    <a:pt x="32535" y="32224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2085124"/>
                  </a:lnTo>
                  <a:lnTo>
                    <a:pt x="939" y="2099554"/>
                  </a:lnTo>
                  <a:lnTo>
                    <a:pt x="14757" y="2140204"/>
                  </a:lnTo>
                  <a:lnTo>
                    <a:pt x="43010" y="2172145"/>
                  </a:lnTo>
                  <a:lnTo>
                    <a:pt x="81360" y="2191191"/>
                  </a:lnTo>
                  <a:lnTo>
                    <a:pt x="109804" y="2194928"/>
                  </a:lnTo>
                  <a:lnTo>
                    <a:pt x="3548164" y="2194928"/>
                  </a:lnTo>
                  <a:lnTo>
                    <a:pt x="3590228" y="2186570"/>
                  </a:lnTo>
                  <a:lnTo>
                    <a:pt x="3625737" y="2162748"/>
                  </a:lnTo>
                  <a:lnTo>
                    <a:pt x="3649527" y="2127195"/>
                  </a:lnTo>
                  <a:lnTo>
                    <a:pt x="3657955" y="2085124"/>
                  </a:lnTo>
                  <a:lnTo>
                    <a:pt x="3657932" y="109804"/>
                  </a:lnTo>
                  <a:lnTo>
                    <a:pt x="3649602" y="68095"/>
                  </a:lnTo>
                  <a:lnTo>
                    <a:pt x="3625742" y="32535"/>
                  </a:lnTo>
                  <a:lnTo>
                    <a:pt x="3590072" y="8721"/>
                  </a:lnTo>
                  <a:lnTo>
                    <a:pt x="35481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269600" y="3656875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48164" y="368"/>
                  </a:lnTo>
                  <a:lnTo>
                    <a:pt x="3590072" y="8721"/>
                  </a:lnTo>
                  <a:lnTo>
                    <a:pt x="3625742" y="32535"/>
                  </a:lnTo>
                  <a:lnTo>
                    <a:pt x="3649602" y="68095"/>
                  </a:lnTo>
                  <a:lnTo>
                    <a:pt x="3657955" y="110159"/>
                  </a:lnTo>
                  <a:lnTo>
                    <a:pt x="3657955" y="2085124"/>
                  </a:lnTo>
                  <a:lnTo>
                    <a:pt x="3657015" y="2099548"/>
                  </a:lnTo>
                  <a:lnTo>
                    <a:pt x="3654220" y="2113567"/>
                  </a:lnTo>
                  <a:lnTo>
                    <a:pt x="3635185" y="2151917"/>
                  </a:lnTo>
                  <a:lnTo>
                    <a:pt x="3603243" y="2180158"/>
                  </a:lnTo>
                  <a:lnTo>
                    <a:pt x="3562587" y="2193988"/>
                  </a:lnTo>
                  <a:lnTo>
                    <a:pt x="3548164" y="2194928"/>
                  </a:lnTo>
                  <a:lnTo>
                    <a:pt x="109804" y="2194928"/>
                  </a:lnTo>
                  <a:lnTo>
                    <a:pt x="67882" y="2186570"/>
                  </a:lnTo>
                  <a:lnTo>
                    <a:pt x="32223" y="2162748"/>
                  </a:lnTo>
                  <a:lnTo>
                    <a:pt x="8352" y="2127195"/>
                  </a:lnTo>
                  <a:lnTo>
                    <a:pt x="0" y="208512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498924" y="3886199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39" h="713739">
                  <a:moveTo>
                    <a:pt x="356755" y="0"/>
                  </a:moveTo>
                  <a:lnTo>
                    <a:pt x="310074" y="3021"/>
                  </a:lnTo>
                  <a:lnTo>
                    <a:pt x="264369" y="12017"/>
                  </a:lnTo>
                  <a:lnTo>
                    <a:pt x="220217" y="26885"/>
                  </a:lnTo>
                  <a:lnTo>
                    <a:pt x="178193" y="47523"/>
                  </a:lnTo>
                  <a:lnTo>
                    <a:pt x="139454" y="73509"/>
                  </a:lnTo>
                  <a:lnTo>
                    <a:pt x="104530" y="104219"/>
                  </a:lnTo>
                  <a:lnTo>
                    <a:pt x="73859" y="139249"/>
                  </a:lnTo>
                  <a:lnTo>
                    <a:pt x="47879" y="178193"/>
                  </a:lnTo>
                  <a:lnTo>
                    <a:pt x="27185" y="220011"/>
                  </a:lnTo>
                  <a:lnTo>
                    <a:pt x="12195" y="264058"/>
                  </a:lnTo>
                  <a:lnTo>
                    <a:pt x="3076" y="309724"/>
                  </a:lnTo>
                  <a:lnTo>
                    <a:pt x="0" y="356400"/>
                  </a:lnTo>
                  <a:lnTo>
                    <a:pt x="3076" y="403075"/>
                  </a:lnTo>
                  <a:lnTo>
                    <a:pt x="12195" y="448740"/>
                  </a:lnTo>
                  <a:lnTo>
                    <a:pt x="27185" y="492783"/>
                  </a:lnTo>
                  <a:lnTo>
                    <a:pt x="47879" y="534593"/>
                  </a:lnTo>
                  <a:lnTo>
                    <a:pt x="73859" y="573545"/>
                  </a:lnTo>
                  <a:lnTo>
                    <a:pt x="104530" y="608579"/>
                  </a:lnTo>
                  <a:lnTo>
                    <a:pt x="139454" y="639290"/>
                  </a:lnTo>
                  <a:lnTo>
                    <a:pt x="178193" y="665276"/>
                  </a:lnTo>
                  <a:lnTo>
                    <a:pt x="220217" y="685970"/>
                  </a:lnTo>
                  <a:lnTo>
                    <a:pt x="264369" y="700960"/>
                  </a:lnTo>
                  <a:lnTo>
                    <a:pt x="310074" y="710078"/>
                  </a:lnTo>
                  <a:lnTo>
                    <a:pt x="356755" y="713155"/>
                  </a:lnTo>
                  <a:lnTo>
                    <a:pt x="403229" y="710078"/>
                  </a:lnTo>
                  <a:lnTo>
                    <a:pt x="448825" y="700960"/>
                  </a:lnTo>
                  <a:lnTo>
                    <a:pt x="492938" y="685970"/>
                  </a:lnTo>
                  <a:lnTo>
                    <a:pt x="534962" y="665276"/>
                  </a:lnTo>
                  <a:lnTo>
                    <a:pt x="573695" y="639290"/>
                  </a:lnTo>
                  <a:lnTo>
                    <a:pt x="608620" y="608579"/>
                  </a:lnTo>
                  <a:lnTo>
                    <a:pt x="639294" y="573545"/>
                  </a:lnTo>
                  <a:lnTo>
                    <a:pt x="665276" y="534593"/>
                  </a:lnTo>
                  <a:lnTo>
                    <a:pt x="685970" y="492783"/>
                  </a:lnTo>
                  <a:lnTo>
                    <a:pt x="700960" y="448740"/>
                  </a:lnTo>
                  <a:lnTo>
                    <a:pt x="710078" y="403075"/>
                  </a:lnTo>
                  <a:lnTo>
                    <a:pt x="713155" y="356400"/>
                  </a:lnTo>
                  <a:lnTo>
                    <a:pt x="710078" y="309724"/>
                  </a:lnTo>
                  <a:lnTo>
                    <a:pt x="700960" y="264058"/>
                  </a:lnTo>
                  <a:lnTo>
                    <a:pt x="685970" y="220011"/>
                  </a:lnTo>
                  <a:lnTo>
                    <a:pt x="665276" y="178193"/>
                  </a:lnTo>
                  <a:lnTo>
                    <a:pt x="639294" y="139249"/>
                  </a:lnTo>
                  <a:lnTo>
                    <a:pt x="608620" y="104219"/>
                  </a:lnTo>
                  <a:lnTo>
                    <a:pt x="573695" y="73509"/>
                  </a:lnTo>
                  <a:lnTo>
                    <a:pt x="534962" y="47523"/>
                  </a:lnTo>
                  <a:lnTo>
                    <a:pt x="492938" y="26885"/>
                  </a:lnTo>
                  <a:lnTo>
                    <a:pt x="448825" y="12017"/>
                  </a:lnTo>
                  <a:lnTo>
                    <a:pt x="403229" y="3021"/>
                  </a:lnTo>
                  <a:lnTo>
                    <a:pt x="356755" y="0"/>
                  </a:lnTo>
                  <a:close/>
                </a:path>
              </a:pathLst>
            </a:custGeom>
            <a:solidFill>
              <a:srgbClr val="DBE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69916" y="4056837"/>
              <a:ext cx="370446" cy="370446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5398820" y="4112907"/>
            <a:ext cx="14814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E3763"/>
                </a:solidFill>
                <a:latin typeface="Calibri"/>
                <a:cs typeface="Calibri"/>
              </a:rPr>
              <a:t>Driver</a:t>
            </a:r>
            <a:r>
              <a:rPr dirty="0" sz="1600" spc="-3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E3763"/>
                </a:solidFill>
                <a:latin typeface="Calibri"/>
                <a:cs typeface="Calibri"/>
              </a:rPr>
              <a:t>dashboard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603216" y="4741179"/>
            <a:ext cx="27717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900"/>
              </a:lnSpc>
              <a:spcBef>
                <a:spcPts val="100"/>
              </a:spcBef>
            </a:pP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Live</a:t>
            </a:r>
            <a:r>
              <a:rPr dirty="0" sz="1250" spc="-2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passenger manifest,</a:t>
            </a:r>
            <a:r>
              <a:rPr dirty="0" sz="1250" spc="-2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a</a:t>
            </a:r>
            <a:r>
              <a:rPr dirty="0" sz="1250" spc="-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"Complete</a:t>
            </a:r>
            <a:r>
              <a:rPr dirty="0" sz="1250" spc="-20">
                <a:solidFill>
                  <a:srgbClr val="212733"/>
                </a:solidFill>
                <a:latin typeface="Calibri"/>
                <a:cs typeface="Calibri"/>
              </a:rPr>
              <a:t> Trip"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button,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and</a:t>
            </a:r>
            <a:r>
              <a:rPr dirty="0" sz="1250" spc="-1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a</a:t>
            </a:r>
            <a:r>
              <a:rPr dirty="0" sz="1250" spc="-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212733"/>
                </a:solidFill>
                <a:latin typeface="Calibri"/>
                <a:cs typeface="Calibri"/>
              </a:rPr>
              <a:t>queue-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position</a:t>
            </a:r>
            <a:r>
              <a:rPr dirty="0" sz="1250" spc="-1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monitor.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122144" y="3650576"/>
            <a:ext cx="3670935" cy="2207895"/>
            <a:chOff x="8122144" y="3650576"/>
            <a:chExt cx="3670935" cy="2207895"/>
          </a:xfrm>
        </p:grpSpPr>
        <p:sp>
          <p:nvSpPr>
            <p:cNvPr id="55" name="object 55"/>
            <p:cNvSpPr/>
            <p:nvPr/>
          </p:nvSpPr>
          <p:spPr>
            <a:xfrm>
              <a:off x="8128444" y="3656875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2085124"/>
                  </a:lnTo>
                  <a:lnTo>
                    <a:pt x="937" y="2099554"/>
                  </a:lnTo>
                  <a:lnTo>
                    <a:pt x="14757" y="2140204"/>
                  </a:lnTo>
                  <a:lnTo>
                    <a:pt x="22674" y="2151917"/>
                  </a:lnTo>
                  <a:lnTo>
                    <a:pt x="22775" y="2152067"/>
                  </a:lnTo>
                  <a:lnTo>
                    <a:pt x="55079" y="2180158"/>
                  </a:lnTo>
                  <a:lnTo>
                    <a:pt x="95374" y="2193988"/>
                  </a:lnTo>
                  <a:lnTo>
                    <a:pt x="109791" y="2194928"/>
                  </a:lnTo>
                  <a:lnTo>
                    <a:pt x="3548151" y="2194928"/>
                  </a:lnTo>
                  <a:lnTo>
                    <a:pt x="3590222" y="2186570"/>
                  </a:lnTo>
                  <a:lnTo>
                    <a:pt x="3625726" y="2162748"/>
                  </a:lnTo>
                  <a:lnTo>
                    <a:pt x="3649527" y="2127195"/>
                  </a:lnTo>
                  <a:lnTo>
                    <a:pt x="3657955" y="2085124"/>
                  </a:lnTo>
                  <a:lnTo>
                    <a:pt x="3657932" y="109804"/>
                  </a:lnTo>
                  <a:lnTo>
                    <a:pt x="3649602" y="68095"/>
                  </a:lnTo>
                  <a:lnTo>
                    <a:pt x="3625732" y="32535"/>
                  </a:lnTo>
                  <a:lnTo>
                    <a:pt x="3590072" y="8721"/>
                  </a:lnTo>
                  <a:lnTo>
                    <a:pt x="35481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128444" y="3656875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48151" y="368"/>
                  </a:lnTo>
                  <a:lnTo>
                    <a:pt x="3590072" y="8721"/>
                  </a:lnTo>
                  <a:lnTo>
                    <a:pt x="3625732" y="32535"/>
                  </a:lnTo>
                  <a:lnTo>
                    <a:pt x="3649602" y="68095"/>
                  </a:lnTo>
                  <a:lnTo>
                    <a:pt x="3657955" y="110159"/>
                  </a:lnTo>
                  <a:lnTo>
                    <a:pt x="3657955" y="2085124"/>
                  </a:lnTo>
                  <a:lnTo>
                    <a:pt x="3657015" y="2099548"/>
                  </a:lnTo>
                  <a:lnTo>
                    <a:pt x="3654220" y="2113567"/>
                  </a:lnTo>
                  <a:lnTo>
                    <a:pt x="3635178" y="2151917"/>
                  </a:lnTo>
                  <a:lnTo>
                    <a:pt x="3603231" y="2180158"/>
                  </a:lnTo>
                  <a:lnTo>
                    <a:pt x="3562581" y="2193988"/>
                  </a:lnTo>
                  <a:lnTo>
                    <a:pt x="3548151" y="2194928"/>
                  </a:lnTo>
                  <a:lnTo>
                    <a:pt x="109791" y="2194928"/>
                  </a:lnTo>
                  <a:lnTo>
                    <a:pt x="67882" y="2186570"/>
                  </a:lnTo>
                  <a:lnTo>
                    <a:pt x="32213" y="2162748"/>
                  </a:lnTo>
                  <a:lnTo>
                    <a:pt x="8347" y="2127195"/>
                  </a:lnTo>
                  <a:lnTo>
                    <a:pt x="0" y="208512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8128444" y="3656875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2085124"/>
                  </a:lnTo>
                  <a:lnTo>
                    <a:pt x="937" y="2099554"/>
                  </a:lnTo>
                  <a:lnTo>
                    <a:pt x="14757" y="2140204"/>
                  </a:lnTo>
                  <a:lnTo>
                    <a:pt x="22674" y="2151917"/>
                  </a:lnTo>
                  <a:lnTo>
                    <a:pt x="22775" y="2152067"/>
                  </a:lnTo>
                  <a:lnTo>
                    <a:pt x="55079" y="2180158"/>
                  </a:lnTo>
                  <a:lnTo>
                    <a:pt x="95374" y="2193988"/>
                  </a:lnTo>
                  <a:lnTo>
                    <a:pt x="109791" y="2194928"/>
                  </a:lnTo>
                  <a:lnTo>
                    <a:pt x="3548151" y="2194928"/>
                  </a:lnTo>
                  <a:lnTo>
                    <a:pt x="3590222" y="2186570"/>
                  </a:lnTo>
                  <a:lnTo>
                    <a:pt x="3625726" y="2162748"/>
                  </a:lnTo>
                  <a:lnTo>
                    <a:pt x="3649527" y="2127195"/>
                  </a:lnTo>
                  <a:lnTo>
                    <a:pt x="3657955" y="2085124"/>
                  </a:lnTo>
                  <a:lnTo>
                    <a:pt x="3657932" y="109804"/>
                  </a:lnTo>
                  <a:lnTo>
                    <a:pt x="3649602" y="68095"/>
                  </a:lnTo>
                  <a:lnTo>
                    <a:pt x="3625732" y="32535"/>
                  </a:lnTo>
                  <a:lnTo>
                    <a:pt x="3590072" y="8721"/>
                  </a:lnTo>
                  <a:lnTo>
                    <a:pt x="35481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8128444" y="3656875"/>
              <a:ext cx="3658235" cy="2195195"/>
            </a:xfrm>
            <a:custGeom>
              <a:avLst/>
              <a:gdLst/>
              <a:ahLst/>
              <a:cxnLst/>
              <a:rect l="l" t="t" r="r" b="b"/>
              <a:pathLst>
                <a:path w="3658234" h="219519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3548151" y="368"/>
                  </a:lnTo>
                  <a:lnTo>
                    <a:pt x="3590072" y="8721"/>
                  </a:lnTo>
                  <a:lnTo>
                    <a:pt x="3625732" y="32535"/>
                  </a:lnTo>
                  <a:lnTo>
                    <a:pt x="3649602" y="68095"/>
                  </a:lnTo>
                  <a:lnTo>
                    <a:pt x="3657955" y="110159"/>
                  </a:lnTo>
                  <a:lnTo>
                    <a:pt x="3657955" y="2085124"/>
                  </a:lnTo>
                  <a:lnTo>
                    <a:pt x="3657015" y="2099548"/>
                  </a:lnTo>
                  <a:lnTo>
                    <a:pt x="3654220" y="2113567"/>
                  </a:lnTo>
                  <a:lnTo>
                    <a:pt x="3635178" y="2151917"/>
                  </a:lnTo>
                  <a:lnTo>
                    <a:pt x="3603231" y="2180158"/>
                  </a:lnTo>
                  <a:lnTo>
                    <a:pt x="3562581" y="2193988"/>
                  </a:lnTo>
                  <a:lnTo>
                    <a:pt x="3548151" y="2194928"/>
                  </a:lnTo>
                  <a:lnTo>
                    <a:pt x="109791" y="2194928"/>
                  </a:lnTo>
                  <a:lnTo>
                    <a:pt x="67882" y="2186570"/>
                  </a:lnTo>
                  <a:lnTo>
                    <a:pt x="32213" y="2162748"/>
                  </a:lnTo>
                  <a:lnTo>
                    <a:pt x="8347" y="2127195"/>
                  </a:lnTo>
                  <a:lnTo>
                    <a:pt x="0" y="208512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8357755" y="3886199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356400" y="0"/>
                  </a:moveTo>
                  <a:lnTo>
                    <a:pt x="309926" y="3021"/>
                  </a:lnTo>
                  <a:lnTo>
                    <a:pt x="264331" y="12017"/>
                  </a:lnTo>
                  <a:lnTo>
                    <a:pt x="220222" y="26885"/>
                  </a:lnTo>
                  <a:lnTo>
                    <a:pt x="178206" y="47523"/>
                  </a:lnTo>
                  <a:lnTo>
                    <a:pt x="139467" y="73509"/>
                  </a:lnTo>
                  <a:lnTo>
                    <a:pt x="104541" y="104219"/>
                  </a:lnTo>
                  <a:lnTo>
                    <a:pt x="73866" y="139249"/>
                  </a:lnTo>
                  <a:lnTo>
                    <a:pt x="47878" y="178193"/>
                  </a:lnTo>
                  <a:lnTo>
                    <a:pt x="27185" y="220011"/>
                  </a:lnTo>
                  <a:lnTo>
                    <a:pt x="12195" y="264058"/>
                  </a:lnTo>
                  <a:lnTo>
                    <a:pt x="3076" y="309724"/>
                  </a:lnTo>
                  <a:lnTo>
                    <a:pt x="0" y="356400"/>
                  </a:lnTo>
                  <a:lnTo>
                    <a:pt x="3076" y="403075"/>
                  </a:lnTo>
                  <a:lnTo>
                    <a:pt x="12195" y="448740"/>
                  </a:lnTo>
                  <a:lnTo>
                    <a:pt x="27185" y="492783"/>
                  </a:lnTo>
                  <a:lnTo>
                    <a:pt x="47878" y="534593"/>
                  </a:lnTo>
                  <a:lnTo>
                    <a:pt x="73866" y="573545"/>
                  </a:lnTo>
                  <a:lnTo>
                    <a:pt x="104541" y="608579"/>
                  </a:lnTo>
                  <a:lnTo>
                    <a:pt x="139467" y="639290"/>
                  </a:lnTo>
                  <a:lnTo>
                    <a:pt x="178206" y="665276"/>
                  </a:lnTo>
                  <a:lnTo>
                    <a:pt x="220222" y="685970"/>
                  </a:lnTo>
                  <a:lnTo>
                    <a:pt x="264331" y="700960"/>
                  </a:lnTo>
                  <a:lnTo>
                    <a:pt x="309926" y="710078"/>
                  </a:lnTo>
                  <a:lnTo>
                    <a:pt x="356400" y="713155"/>
                  </a:lnTo>
                  <a:lnTo>
                    <a:pt x="403086" y="710078"/>
                  </a:lnTo>
                  <a:lnTo>
                    <a:pt x="448791" y="700960"/>
                  </a:lnTo>
                  <a:lnTo>
                    <a:pt x="492940" y="685970"/>
                  </a:lnTo>
                  <a:lnTo>
                    <a:pt x="534962" y="665276"/>
                  </a:lnTo>
                  <a:lnTo>
                    <a:pt x="573701" y="639290"/>
                  </a:lnTo>
                  <a:lnTo>
                    <a:pt x="608626" y="608579"/>
                  </a:lnTo>
                  <a:lnTo>
                    <a:pt x="639301" y="573545"/>
                  </a:lnTo>
                  <a:lnTo>
                    <a:pt x="665289" y="534593"/>
                  </a:lnTo>
                  <a:lnTo>
                    <a:pt x="685982" y="492783"/>
                  </a:lnTo>
                  <a:lnTo>
                    <a:pt x="700973" y="448740"/>
                  </a:lnTo>
                  <a:lnTo>
                    <a:pt x="710091" y="403075"/>
                  </a:lnTo>
                  <a:lnTo>
                    <a:pt x="713168" y="356400"/>
                  </a:lnTo>
                  <a:lnTo>
                    <a:pt x="710091" y="309724"/>
                  </a:lnTo>
                  <a:lnTo>
                    <a:pt x="700973" y="264058"/>
                  </a:lnTo>
                  <a:lnTo>
                    <a:pt x="685982" y="220011"/>
                  </a:lnTo>
                  <a:lnTo>
                    <a:pt x="665289" y="178193"/>
                  </a:lnTo>
                  <a:lnTo>
                    <a:pt x="639301" y="139249"/>
                  </a:lnTo>
                  <a:lnTo>
                    <a:pt x="608626" y="104219"/>
                  </a:lnTo>
                  <a:lnTo>
                    <a:pt x="573701" y="73509"/>
                  </a:lnTo>
                  <a:lnTo>
                    <a:pt x="534962" y="47523"/>
                  </a:lnTo>
                  <a:lnTo>
                    <a:pt x="492940" y="26885"/>
                  </a:lnTo>
                  <a:lnTo>
                    <a:pt x="448791" y="12017"/>
                  </a:lnTo>
                  <a:lnTo>
                    <a:pt x="403086" y="3021"/>
                  </a:lnTo>
                  <a:lnTo>
                    <a:pt x="356400" y="0"/>
                  </a:lnTo>
                  <a:close/>
                </a:path>
              </a:pathLst>
            </a:custGeom>
            <a:solidFill>
              <a:srgbClr val="DBE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28761" y="4056837"/>
              <a:ext cx="370446" cy="370446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9257665" y="4112907"/>
            <a:ext cx="10763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E3763"/>
                </a:solidFill>
                <a:latin typeface="Calibri"/>
                <a:cs typeface="Calibri"/>
              </a:rPr>
              <a:t>Live</a:t>
            </a:r>
            <a:r>
              <a:rPr dirty="0" sz="1600" spc="-40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E3763"/>
                </a:solidFill>
                <a:latin typeface="Calibri"/>
                <a:cs typeface="Calibri"/>
              </a:rPr>
              <a:t>tracking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Campus</a:t>
            </a:r>
            <a:r>
              <a:rPr dirty="0" spc="-25"/>
              <a:t> </a:t>
            </a:r>
            <a:r>
              <a:rPr dirty="0"/>
              <a:t>Ride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Auto-</a:t>
            </a:r>
            <a:r>
              <a:rPr dirty="0" spc="-10"/>
              <a:t>Booking</a:t>
            </a:r>
            <a:r>
              <a:rPr dirty="0" spc="-20"/>
              <a:t> Platform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Thapar</a:t>
            </a:r>
            <a:r>
              <a:rPr dirty="0" spc="-15"/>
              <a:t> </a:t>
            </a:r>
            <a:r>
              <a:rPr dirty="0" spc="-10"/>
              <a:t>University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8462061" y="4741179"/>
            <a:ext cx="29781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900"/>
              </a:lnSpc>
              <a:spcBef>
                <a:spcPts val="100"/>
              </a:spcBef>
            </a:pP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Students</a:t>
            </a:r>
            <a:r>
              <a:rPr dirty="0" sz="125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and</a:t>
            </a:r>
            <a:r>
              <a:rPr dirty="0" sz="125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admins</a:t>
            </a:r>
            <a:r>
              <a:rPr dirty="0" sz="12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follow</a:t>
            </a:r>
            <a:r>
              <a:rPr dirty="0" sz="12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the</a:t>
            </a:r>
            <a:r>
              <a:rPr dirty="0" sz="12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vehicle</a:t>
            </a:r>
            <a:r>
              <a:rPr dirty="0" sz="125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in</a:t>
            </a:r>
            <a:r>
              <a:rPr dirty="0" sz="125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212733"/>
                </a:solidFill>
                <a:latin typeface="Calibri"/>
                <a:cs typeface="Calibri"/>
              </a:rPr>
              <a:t>real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time</a:t>
            </a:r>
            <a:r>
              <a:rPr dirty="0" sz="12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from</a:t>
            </a:r>
            <a:r>
              <a:rPr dirty="0" sz="1250" spc="-2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12733"/>
                </a:solidFill>
                <a:latin typeface="Calibri"/>
                <a:cs typeface="Calibri"/>
              </a:rPr>
              <a:t>booking</a:t>
            </a:r>
            <a:r>
              <a:rPr dirty="0" sz="12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12733"/>
                </a:solidFill>
                <a:latin typeface="Calibri"/>
                <a:cs typeface="Calibri"/>
              </a:rPr>
              <a:t>to</a:t>
            </a:r>
            <a:r>
              <a:rPr dirty="0" sz="1250" spc="-25">
                <a:solidFill>
                  <a:srgbClr val="212733"/>
                </a:solidFill>
                <a:latin typeface="Calibri"/>
                <a:cs typeface="Calibri"/>
              </a:rPr>
              <a:t> drop-</a:t>
            </a:r>
            <a:r>
              <a:rPr dirty="0" sz="1250" spc="-20">
                <a:solidFill>
                  <a:srgbClr val="212733"/>
                </a:solidFill>
                <a:latin typeface="Calibri"/>
                <a:cs typeface="Calibri"/>
              </a:rPr>
              <a:t>off.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943" y="124129"/>
            <a:ext cx="527050" cy="90043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420"/>
              </a:spcBef>
            </a:pPr>
            <a:r>
              <a:rPr dirty="0" sz="2600" spc="-370" b="1">
                <a:solidFill>
                  <a:srgbClr val="FFFFFF"/>
                </a:solidFill>
                <a:latin typeface="Times New Roman"/>
                <a:cs typeface="Times New Roman"/>
              </a:rPr>
              <a:t>CR</a:t>
            </a:r>
            <a:endParaRPr sz="2600">
              <a:latin typeface="Times New Roman"/>
              <a:cs typeface="Times New Roman"/>
            </a:endParaRPr>
          </a:p>
          <a:p>
            <a:pPr marL="106680" marR="5080" indent="-94615">
              <a:lnSpc>
                <a:spcPct val="112200"/>
              </a:lnSpc>
              <a:spcBef>
                <a:spcPts val="290"/>
              </a:spcBef>
            </a:pP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C</a:t>
            </a:r>
            <a:r>
              <a:rPr dirty="0" sz="800" spc="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A</a:t>
            </a:r>
            <a:r>
              <a:rPr dirty="0" sz="800" spc="2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M</a:t>
            </a:r>
            <a:r>
              <a:rPr dirty="0" sz="800" spc="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P</a:t>
            </a:r>
            <a:r>
              <a:rPr dirty="0" sz="800" spc="2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U</a:t>
            </a:r>
            <a:r>
              <a:rPr dirty="0" sz="800" spc="1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1C04D"/>
                </a:solidFill>
                <a:latin typeface="Calibri"/>
                <a:cs typeface="Calibri"/>
              </a:rPr>
              <a:t>S</a:t>
            </a:r>
            <a:r>
              <a:rPr dirty="0" sz="800" spc="50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R</a:t>
            </a:r>
            <a:r>
              <a:rPr dirty="0" sz="800" spc="9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I</a:t>
            </a:r>
            <a:r>
              <a:rPr dirty="0" sz="800" spc="114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D</a:t>
            </a:r>
            <a:r>
              <a:rPr dirty="0" sz="800" spc="1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60" b="1">
                <a:solidFill>
                  <a:srgbClr val="F1C04D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554664" y="248944"/>
            <a:ext cx="1339215" cy="799465"/>
            <a:chOff x="10554664" y="248944"/>
            <a:chExt cx="1339215" cy="799465"/>
          </a:xfrm>
        </p:grpSpPr>
        <p:sp>
          <p:nvSpPr>
            <p:cNvPr id="4" name="object 4"/>
            <p:cNvSpPr/>
            <p:nvPr/>
          </p:nvSpPr>
          <p:spPr>
            <a:xfrm>
              <a:off x="10560964" y="255244"/>
              <a:ext cx="1326515" cy="786765"/>
            </a:xfrm>
            <a:custGeom>
              <a:avLst/>
              <a:gdLst/>
              <a:ahLst/>
              <a:cxnLst/>
              <a:rect l="l" t="t" r="r" b="b"/>
              <a:pathLst>
                <a:path w="1326515" h="78676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695159"/>
                  </a:lnTo>
                  <a:lnTo>
                    <a:pt x="798" y="707159"/>
                  </a:lnTo>
                  <a:lnTo>
                    <a:pt x="18830" y="750916"/>
                  </a:lnTo>
                  <a:lnTo>
                    <a:pt x="56505" y="779607"/>
                  </a:lnTo>
                  <a:lnTo>
                    <a:pt x="91440" y="786599"/>
                  </a:lnTo>
                  <a:lnTo>
                    <a:pt x="1234795" y="786599"/>
                  </a:lnTo>
                  <a:lnTo>
                    <a:pt x="1280515" y="774357"/>
                  </a:lnTo>
                  <a:lnTo>
                    <a:pt x="1313992" y="740879"/>
                  </a:lnTo>
                  <a:lnTo>
                    <a:pt x="1326235" y="695159"/>
                  </a:lnTo>
                  <a:lnTo>
                    <a:pt x="1326211" y="91440"/>
                  </a:lnTo>
                  <a:lnTo>
                    <a:pt x="1313992" y="46075"/>
                  </a:lnTo>
                  <a:lnTo>
                    <a:pt x="1280515" y="12598"/>
                  </a:lnTo>
                  <a:lnTo>
                    <a:pt x="123479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3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560964" y="255244"/>
              <a:ext cx="1326515" cy="786765"/>
            </a:xfrm>
            <a:custGeom>
              <a:avLst/>
              <a:gdLst/>
              <a:ahLst/>
              <a:cxnLst/>
              <a:rect l="l" t="t" r="r" b="b"/>
              <a:pathLst>
                <a:path w="1326515" h="78676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1234795" y="355"/>
                  </a:lnTo>
                  <a:lnTo>
                    <a:pt x="1280515" y="12598"/>
                  </a:lnTo>
                  <a:lnTo>
                    <a:pt x="1313992" y="46075"/>
                  </a:lnTo>
                  <a:lnTo>
                    <a:pt x="1326235" y="91795"/>
                  </a:lnTo>
                  <a:lnTo>
                    <a:pt x="1326235" y="695159"/>
                  </a:lnTo>
                  <a:lnTo>
                    <a:pt x="1325437" y="707159"/>
                  </a:lnTo>
                  <a:lnTo>
                    <a:pt x="1323086" y="718824"/>
                  </a:lnTo>
                  <a:lnTo>
                    <a:pt x="1299554" y="759909"/>
                  </a:lnTo>
                  <a:lnTo>
                    <a:pt x="1258465" y="783445"/>
                  </a:lnTo>
                  <a:lnTo>
                    <a:pt x="1234795" y="786599"/>
                  </a:lnTo>
                  <a:lnTo>
                    <a:pt x="91440" y="786599"/>
                  </a:lnTo>
                  <a:lnTo>
                    <a:pt x="45720" y="774357"/>
                  </a:lnTo>
                  <a:lnTo>
                    <a:pt x="12230" y="740879"/>
                  </a:lnTo>
                  <a:lnTo>
                    <a:pt x="0" y="695159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D5DD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638256" y="493813"/>
            <a:ext cx="97726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E3763"/>
                </a:solidFill>
                <a:latin typeface="Calibri"/>
                <a:cs typeface="Calibri"/>
              </a:rPr>
              <a:t>THAPAR</a:t>
            </a:r>
            <a:endParaRPr sz="1200">
              <a:latin typeface="Calibri"/>
              <a:cs typeface="Calibri"/>
            </a:endParaRPr>
          </a:p>
          <a:p>
            <a:pPr marL="207645">
              <a:lnSpc>
                <a:spcPts val="810"/>
              </a:lnSpc>
            </a:pPr>
            <a:r>
              <a:rPr dirty="0" sz="700" spc="-10" b="1">
                <a:solidFill>
                  <a:srgbClr val="4371A7"/>
                </a:solidFill>
                <a:latin typeface="Calibri"/>
                <a:cs typeface="Calibri"/>
              </a:rPr>
              <a:t>PROJECT</a:t>
            </a:r>
            <a:r>
              <a:rPr dirty="0" sz="700" spc="-20" b="1">
                <a:solidFill>
                  <a:srgbClr val="4371A7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4371A7"/>
                </a:solidFill>
                <a:latin typeface="Calibri"/>
                <a:cs typeface="Calibri"/>
              </a:rPr>
              <a:t>SHOWCASE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35"/>
              <a:t>HOW</a:t>
            </a:r>
            <a:r>
              <a:rPr dirty="0" spc="-105"/>
              <a:t> </a:t>
            </a:r>
            <a:r>
              <a:rPr dirty="0" spc="-210"/>
              <a:t>IT</a:t>
            </a:r>
            <a:r>
              <a:rPr dirty="0" spc="-105"/>
              <a:t> </a:t>
            </a:r>
            <a:r>
              <a:rPr dirty="0" spc="-345"/>
              <a:t>WORKS</a:t>
            </a:r>
            <a:r>
              <a:rPr dirty="0" spc="-105"/>
              <a:t> </a:t>
            </a:r>
            <a:r>
              <a:rPr dirty="0"/>
              <a:t>—</a:t>
            </a:r>
            <a:r>
              <a:rPr dirty="0" spc="-100"/>
              <a:t> </a:t>
            </a:r>
            <a:r>
              <a:rPr dirty="0" spc="-250"/>
              <a:t>STUDENT</a:t>
            </a:r>
            <a:r>
              <a:rPr dirty="0" spc="-110"/>
              <a:t> </a:t>
            </a:r>
            <a:r>
              <a:rPr dirty="0" spc="-395"/>
              <a:t>FLOW</a:t>
            </a:r>
          </a:p>
        </p:txBody>
      </p:sp>
      <p:sp>
        <p:nvSpPr>
          <p:cNvPr id="8" name="object 8"/>
          <p:cNvSpPr/>
          <p:nvPr/>
        </p:nvSpPr>
        <p:spPr>
          <a:xfrm>
            <a:off x="-355" y="6455155"/>
            <a:ext cx="12192000" cy="402590"/>
          </a:xfrm>
          <a:custGeom>
            <a:avLst/>
            <a:gdLst/>
            <a:ahLst/>
            <a:cxnLst/>
            <a:rect l="l" t="t" r="r" b="b"/>
            <a:pathLst>
              <a:path w="12192000" h="402590">
                <a:moveTo>
                  <a:pt x="12191390" y="0"/>
                </a:moveTo>
                <a:lnTo>
                  <a:pt x="0" y="0"/>
                </a:lnTo>
                <a:lnTo>
                  <a:pt x="0" y="402120"/>
                </a:lnTo>
                <a:lnTo>
                  <a:pt x="6095873" y="402120"/>
                </a:lnTo>
                <a:lnTo>
                  <a:pt x="12191390" y="402120"/>
                </a:lnTo>
                <a:lnTo>
                  <a:pt x="12191390" y="0"/>
                </a:lnTo>
                <a:close/>
              </a:path>
            </a:pathLst>
          </a:custGeom>
          <a:solidFill>
            <a:srgbClr val="1E376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404774" y="1410614"/>
            <a:ext cx="2162175" cy="2345055"/>
            <a:chOff x="404774" y="1410614"/>
            <a:chExt cx="2162175" cy="2345055"/>
          </a:xfrm>
        </p:grpSpPr>
        <p:sp>
          <p:nvSpPr>
            <p:cNvPr id="10" name="object 10"/>
            <p:cNvSpPr/>
            <p:nvPr/>
          </p:nvSpPr>
          <p:spPr>
            <a:xfrm>
              <a:off x="411124" y="1416964"/>
              <a:ext cx="2149475" cy="2332355"/>
            </a:xfrm>
            <a:custGeom>
              <a:avLst/>
              <a:gdLst/>
              <a:ahLst/>
              <a:cxnLst/>
              <a:rect l="l" t="t" r="r" b="b"/>
              <a:pathLst>
                <a:path w="2149475" h="2332354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932"/>
                  </a:lnTo>
                  <a:lnTo>
                    <a:pt x="355" y="109791"/>
                  </a:lnTo>
                  <a:lnTo>
                    <a:pt x="0" y="2222271"/>
                  </a:lnTo>
                  <a:lnTo>
                    <a:pt x="929" y="2236546"/>
                  </a:lnTo>
                  <a:lnTo>
                    <a:pt x="939" y="2236701"/>
                  </a:lnTo>
                  <a:lnTo>
                    <a:pt x="3700" y="2250581"/>
                  </a:lnTo>
                  <a:lnTo>
                    <a:pt x="3735" y="2250759"/>
                  </a:lnTo>
                  <a:lnTo>
                    <a:pt x="8284" y="2264142"/>
                  </a:lnTo>
                  <a:lnTo>
                    <a:pt x="32213" y="2299896"/>
                  </a:lnTo>
                  <a:lnTo>
                    <a:pt x="67932" y="2323722"/>
                  </a:lnTo>
                  <a:lnTo>
                    <a:pt x="109791" y="2332075"/>
                  </a:lnTo>
                  <a:lnTo>
                    <a:pt x="2039391" y="2332075"/>
                  </a:lnTo>
                  <a:lnTo>
                    <a:pt x="2081462" y="2323722"/>
                  </a:lnTo>
                  <a:lnTo>
                    <a:pt x="2116966" y="2299896"/>
                  </a:lnTo>
                  <a:lnTo>
                    <a:pt x="2140743" y="2264342"/>
                  </a:lnTo>
                  <a:lnTo>
                    <a:pt x="2140842" y="2264142"/>
                  </a:lnTo>
                  <a:lnTo>
                    <a:pt x="2145399" y="2250759"/>
                  </a:lnTo>
                  <a:lnTo>
                    <a:pt x="2145460" y="2250581"/>
                  </a:lnTo>
                  <a:lnTo>
                    <a:pt x="2148225" y="2236701"/>
                  </a:lnTo>
                  <a:lnTo>
                    <a:pt x="2148255" y="2236546"/>
                  </a:lnTo>
                  <a:lnTo>
                    <a:pt x="2149195" y="2222271"/>
                  </a:lnTo>
                  <a:lnTo>
                    <a:pt x="2149171" y="109791"/>
                  </a:lnTo>
                  <a:lnTo>
                    <a:pt x="2148255" y="95729"/>
                  </a:lnTo>
                  <a:lnTo>
                    <a:pt x="2134438" y="55079"/>
                  </a:lnTo>
                  <a:lnTo>
                    <a:pt x="2106184" y="23133"/>
                  </a:lnTo>
                  <a:lnTo>
                    <a:pt x="2067701" y="4090"/>
                  </a:lnTo>
                  <a:lnTo>
                    <a:pt x="20393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11124" y="1416964"/>
              <a:ext cx="2149475" cy="2332355"/>
            </a:xfrm>
            <a:custGeom>
              <a:avLst/>
              <a:gdLst/>
              <a:ahLst/>
              <a:cxnLst/>
              <a:rect l="l" t="t" r="r" b="b"/>
              <a:pathLst>
                <a:path w="2149475" h="2332354">
                  <a:moveTo>
                    <a:pt x="355" y="109791"/>
                  </a:moveTo>
                  <a:lnTo>
                    <a:pt x="1295" y="95524"/>
                  </a:lnTo>
                  <a:lnTo>
                    <a:pt x="4090" y="81492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039391" y="355"/>
                  </a:lnTo>
                  <a:lnTo>
                    <a:pt x="2081262" y="8708"/>
                  </a:lnTo>
                  <a:lnTo>
                    <a:pt x="2116972" y="32534"/>
                  </a:lnTo>
                  <a:lnTo>
                    <a:pt x="2140842" y="68088"/>
                  </a:lnTo>
                  <a:lnTo>
                    <a:pt x="2149195" y="110159"/>
                  </a:lnTo>
                  <a:lnTo>
                    <a:pt x="2149195" y="2222271"/>
                  </a:lnTo>
                  <a:lnTo>
                    <a:pt x="2148255" y="2236546"/>
                  </a:lnTo>
                  <a:lnTo>
                    <a:pt x="2145460" y="2250581"/>
                  </a:lnTo>
                  <a:lnTo>
                    <a:pt x="2126418" y="2289064"/>
                  </a:lnTo>
                  <a:lnTo>
                    <a:pt x="2094471" y="2317318"/>
                  </a:lnTo>
                  <a:lnTo>
                    <a:pt x="2053821" y="2331135"/>
                  </a:lnTo>
                  <a:lnTo>
                    <a:pt x="2039391" y="2332075"/>
                  </a:lnTo>
                  <a:lnTo>
                    <a:pt x="109791" y="2332075"/>
                  </a:lnTo>
                  <a:lnTo>
                    <a:pt x="67932" y="2323722"/>
                  </a:lnTo>
                  <a:lnTo>
                    <a:pt x="32213" y="2299896"/>
                  </a:lnTo>
                  <a:lnTo>
                    <a:pt x="8352" y="2264342"/>
                  </a:lnTo>
                  <a:lnTo>
                    <a:pt x="0" y="2222271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2D5E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97279" y="1691639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39" h="777239">
                  <a:moveTo>
                    <a:pt x="388797" y="0"/>
                  </a:moveTo>
                  <a:lnTo>
                    <a:pt x="337868" y="3290"/>
                  </a:lnTo>
                  <a:lnTo>
                    <a:pt x="288088" y="13095"/>
                  </a:lnTo>
                  <a:lnTo>
                    <a:pt x="240063" y="29312"/>
                  </a:lnTo>
                  <a:lnTo>
                    <a:pt x="194398" y="51841"/>
                  </a:lnTo>
                  <a:lnTo>
                    <a:pt x="152030" y="80186"/>
                  </a:lnTo>
                  <a:lnTo>
                    <a:pt x="113849" y="113626"/>
                  </a:lnTo>
                  <a:lnTo>
                    <a:pt x="80391" y="151725"/>
                  </a:lnTo>
                  <a:lnTo>
                    <a:pt x="52196" y="194043"/>
                  </a:lnTo>
                  <a:lnTo>
                    <a:pt x="29612" y="239757"/>
                  </a:lnTo>
                  <a:lnTo>
                    <a:pt x="13273" y="287866"/>
                  </a:lnTo>
                  <a:lnTo>
                    <a:pt x="3346" y="337663"/>
                  </a:lnTo>
                  <a:lnTo>
                    <a:pt x="0" y="388442"/>
                  </a:lnTo>
                  <a:lnTo>
                    <a:pt x="3346" y="439216"/>
                  </a:lnTo>
                  <a:lnTo>
                    <a:pt x="13273" y="489013"/>
                  </a:lnTo>
                  <a:lnTo>
                    <a:pt x="29612" y="537125"/>
                  </a:lnTo>
                  <a:lnTo>
                    <a:pt x="52196" y="582841"/>
                  </a:lnTo>
                  <a:lnTo>
                    <a:pt x="80391" y="625159"/>
                  </a:lnTo>
                  <a:lnTo>
                    <a:pt x="113849" y="663257"/>
                  </a:lnTo>
                  <a:lnTo>
                    <a:pt x="152030" y="696698"/>
                  </a:lnTo>
                  <a:lnTo>
                    <a:pt x="194398" y="725043"/>
                  </a:lnTo>
                  <a:lnTo>
                    <a:pt x="240063" y="747627"/>
                  </a:lnTo>
                  <a:lnTo>
                    <a:pt x="288088" y="763966"/>
                  </a:lnTo>
                  <a:lnTo>
                    <a:pt x="337868" y="773893"/>
                  </a:lnTo>
                  <a:lnTo>
                    <a:pt x="388797" y="777239"/>
                  </a:lnTo>
                  <a:lnTo>
                    <a:pt x="439521" y="773893"/>
                  </a:lnTo>
                  <a:lnTo>
                    <a:pt x="489196" y="763966"/>
                  </a:lnTo>
                  <a:lnTo>
                    <a:pt x="537182" y="747627"/>
                  </a:lnTo>
                  <a:lnTo>
                    <a:pt x="582841" y="725043"/>
                  </a:lnTo>
                  <a:lnTo>
                    <a:pt x="625209" y="696698"/>
                  </a:lnTo>
                  <a:lnTo>
                    <a:pt x="663390" y="663257"/>
                  </a:lnTo>
                  <a:lnTo>
                    <a:pt x="696848" y="625159"/>
                  </a:lnTo>
                  <a:lnTo>
                    <a:pt x="725043" y="582841"/>
                  </a:lnTo>
                  <a:lnTo>
                    <a:pt x="747627" y="537125"/>
                  </a:lnTo>
                  <a:lnTo>
                    <a:pt x="763966" y="489013"/>
                  </a:lnTo>
                  <a:lnTo>
                    <a:pt x="773893" y="439216"/>
                  </a:lnTo>
                  <a:lnTo>
                    <a:pt x="777239" y="388442"/>
                  </a:lnTo>
                  <a:lnTo>
                    <a:pt x="773893" y="337663"/>
                  </a:lnTo>
                  <a:lnTo>
                    <a:pt x="763966" y="287866"/>
                  </a:lnTo>
                  <a:lnTo>
                    <a:pt x="747627" y="239757"/>
                  </a:lnTo>
                  <a:lnTo>
                    <a:pt x="725043" y="194043"/>
                  </a:lnTo>
                  <a:lnTo>
                    <a:pt x="696848" y="151725"/>
                  </a:lnTo>
                  <a:lnTo>
                    <a:pt x="663390" y="113626"/>
                  </a:lnTo>
                  <a:lnTo>
                    <a:pt x="625209" y="80186"/>
                  </a:lnTo>
                  <a:lnTo>
                    <a:pt x="582841" y="51841"/>
                  </a:lnTo>
                  <a:lnTo>
                    <a:pt x="537182" y="29312"/>
                  </a:lnTo>
                  <a:lnTo>
                    <a:pt x="489196" y="13095"/>
                  </a:lnTo>
                  <a:lnTo>
                    <a:pt x="439521" y="3290"/>
                  </a:lnTo>
                  <a:lnTo>
                    <a:pt x="388797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3754" y="1877758"/>
              <a:ext cx="403923" cy="40392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16977" y="2661386"/>
            <a:ext cx="7366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Sign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3544" y="3131246"/>
            <a:ext cx="1424940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140" marR="5080" indent="-219075">
              <a:lnSpc>
                <a:spcPct val="107800"/>
              </a:lnSpc>
              <a:spcBef>
                <a:spcPts val="100"/>
              </a:spcBef>
            </a:pP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Log</a:t>
            </a:r>
            <a:r>
              <a:rPr dirty="0" sz="1150" spc="-2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in</a:t>
            </a:r>
            <a:r>
              <a:rPr dirty="0" sz="1150" spc="-2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with</a:t>
            </a:r>
            <a:r>
              <a:rPr dirty="0" sz="1150" spc="-1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your</a:t>
            </a:r>
            <a:r>
              <a:rPr dirty="0" sz="115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Thapar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Google</a:t>
            </a:r>
            <a:r>
              <a:rPr dirty="0" sz="115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account.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60320" y="1410614"/>
            <a:ext cx="2301875" cy="2345055"/>
            <a:chOff x="2560320" y="1410614"/>
            <a:chExt cx="2301875" cy="234505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320" y="2473197"/>
              <a:ext cx="164515" cy="21959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706116" y="1416964"/>
              <a:ext cx="2149475" cy="2332355"/>
            </a:xfrm>
            <a:custGeom>
              <a:avLst/>
              <a:gdLst/>
              <a:ahLst/>
              <a:cxnLst/>
              <a:rect l="l" t="t" r="r" b="b"/>
              <a:pathLst>
                <a:path w="2149475" h="23323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2222271"/>
                  </a:lnTo>
                  <a:lnTo>
                    <a:pt x="929" y="2236546"/>
                  </a:lnTo>
                  <a:lnTo>
                    <a:pt x="939" y="2236701"/>
                  </a:lnTo>
                  <a:lnTo>
                    <a:pt x="3701" y="2250581"/>
                  </a:lnTo>
                  <a:lnTo>
                    <a:pt x="3736" y="2250759"/>
                  </a:lnTo>
                  <a:lnTo>
                    <a:pt x="8290" y="2264142"/>
                  </a:lnTo>
                  <a:lnTo>
                    <a:pt x="8358" y="2264342"/>
                  </a:lnTo>
                  <a:lnTo>
                    <a:pt x="14770" y="2277351"/>
                  </a:lnTo>
                  <a:lnTo>
                    <a:pt x="22686" y="2289064"/>
                  </a:lnTo>
                  <a:lnTo>
                    <a:pt x="22788" y="2289214"/>
                  </a:lnTo>
                  <a:lnTo>
                    <a:pt x="32224" y="2299896"/>
                  </a:lnTo>
                  <a:lnTo>
                    <a:pt x="67934" y="2323722"/>
                  </a:lnTo>
                  <a:lnTo>
                    <a:pt x="109804" y="2332075"/>
                  </a:lnTo>
                  <a:lnTo>
                    <a:pt x="2039404" y="2332075"/>
                  </a:lnTo>
                  <a:lnTo>
                    <a:pt x="2081475" y="2323722"/>
                  </a:lnTo>
                  <a:lnTo>
                    <a:pt x="2116977" y="2299896"/>
                  </a:lnTo>
                  <a:lnTo>
                    <a:pt x="2140750" y="2264342"/>
                  </a:lnTo>
                  <a:lnTo>
                    <a:pt x="2149208" y="2222271"/>
                  </a:lnTo>
                  <a:lnTo>
                    <a:pt x="2149184" y="109791"/>
                  </a:lnTo>
                  <a:lnTo>
                    <a:pt x="2140850" y="68088"/>
                  </a:lnTo>
                  <a:lnTo>
                    <a:pt x="2116983" y="32534"/>
                  </a:lnTo>
                  <a:lnTo>
                    <a:pt x="2081273" y="8708"/>
                  </a:lnTo>
                  <a:lnTo>
                    <a:pt x="20394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E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06116" y="1416964"/>
              <a:ext cx="2149475" cy="2332355"/>
            </a:xfrm>
            <a:custGeom>
              <a:avLst/>
              <a:gdLst/>
              <a:ahLst/>
              <a:cxnLst/>
              <a:rect l="l" t="t" r="r" b="b"/>
              <a:pathLst>
                <a:path w="2149475" h="2332354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039404" y="355"/>
                  </a:lnTo>
                  <a:lnTo>
                    <a:pt x="2081273" y="8708"/>
                  </a:lnTo>
                  <a:lnTo>
                    <a:pt x="2116983" y="32534"/>
                  </a:lnTo>
                  <a:lnTo>
                    <a:pt x="2140850" y="68088"/>
                  </a:lnTo>
                  <a:lnTo>
                    <a:pt x="2149208" y="110159"/>
                  </a:lnTo>
                  <a:lnTo>
                    <a:pt x="2149208" y="2222271"/>
                  </a:lnTo>
                  <a:lnTo>
                    <a:pt x="2148268" y="2236546"/>
                  </a:lnTo>
                  <a:lnTo>
                    <a:pt x="2145471" y="2250581"/>
                  </a:lnTo>
                  <a:lnTo>
                    <a:pt x="2126425" y="2289064"/>
                  </a:lnTo>
                  <a:lnTo>
                    <a:pt x="2094483" y="2317318"/>
                  </a:lnTo>
                  <a:lnTo>
                    <a:pt x="2053834" y="2331135"/>
                  </a:lnTo>
                  <a:lnTo>
                    <a:pt x="2039404" y="2332075"/>
                  </a:lnTo>
                  <a:lnTo>
                    <a:pt x="109804" y="2332075"/>
                  </a:lnTo>
                  <a:lnTo>
                    <a:pt x="67934" y="2323722"/>
                  </a:lnTo>
                  <a:lnTo>
                    <a:pt x="32224" y="2299896"/>
                  </a:lnTo>
                  <a:lnTo>
                    <a:pt x="8358" y="2264342"/>
                  </a:lnTo>
                  <a:lnTo>
                    <a:pt x="0" y="2222271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1E37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392284" y="1691639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39" h="777239">
                  <a:moveTo>
                    <a:pt x="388797" y="0"/>
                  </a:moveTo>
                  <a:lnTo>
                    <a:pt x="337868" y="3290"/>
                  </a:lnTo>
                  <a:lnTo>
                    <a:pt x="288088" y="13095"/>
                  </a:lnTo>
                  <a:lnTo>
                    <a:pt x="240063" y="29312"/>
                  </a:lnTo>
                  <a:lnTo>
                    <a:pt x="194398" y="51841"/>
                  </a:lnTo>
                  <a:lnTo>
                    <a:pt x="152029" y="80186"/>
                  </a:lnTo>
                  <a:lnTo>
                    <a:pt x="113844" y="113626"/>
                  </a:lnTo>
                  <a:lnTo>
                    <a:pt x="80386" y="151725"/>
                  </a:lnTo>
                  <a:lnTo>
                    <a:pt x="52197" y="194043"/>
                  </a:lnTo>
                  <a:lnTo>
                    <a:pt x="29612" y="239757"/>
                  </a:lnTo>
                  <a:lnTo>
                    <a:pt x="13273" y="287866"/>
                  </a:lnTo>
                  <a:lnTo>
                    <a:pt x="3346" y="337663"/>
                  </a:lnTo>
                  <a:lnTo>
                    <a:pt x="0" y="388442"/>
                  </a:lnTo>
                  <a:lnTo>
                    <a:pt x="3346" y="439216"/>
                  </a:lnTo>
                  <a:lnTo>
                    <a:pt x="13273" y="489013"/>
                  </a:lnTo>
                  <a:lnTo>
                    <a:pt x="29612" y="537125"/>
                  </a:lnTo>
                  <a:lnTo>
                    <a:pt x="52197" y="582841"/>
                  </a:lnTo>
                  <a:lnTo>
                    <a:pt x="80386" y="625159"/>
                  </a:lnTo>
                  <a:lnTo>
                    <a:pt x="113844" y="663257"/>
                  </a:lnTo>
                  <a:lnTo>
                    <a:pt x="152029" y="696698"/>
                  </a:lnTo>
                  <a:lnTo>
                    <a:pt x="194398" y="725043"/>
                  </a:lnTo>
                  <a:lnTo>
                    <a:pt x="240063" y="747627"/>
                  </a:lnTo>
                  <a:lnTo>
                    <a:pt x="288088" y="763966"/>
                  </a:lnTo>
                  <a:lnTo>
                    <a:pt x="337868" y="773893"/>
                  </a:lnTo>
                  <a:lnTo>
                    <a:pt x="388797" y="777239"/>
                  </a:lnTo>
                  <a:lnTo>
                    <a:pt x="439516" y="773893"/>
                  </a:lnTo>
                  <a:lnTo>
                    <a:pt x="489191" y="763966"/>
                  </a:lnTo>
                  <a:lnTo>
                    <a:pt x="537180" y="747627"/>
                  </a:lnTo>
                  <a:lnTo>
                    <a:pt x="582841" y="725043"/>
                  </a:lnTo>
                  <a:lnTo>
                    <a:pt x="625203" y="696698"/>
                  </a:lnTo>
                  <a:lnTo>
                    <a:pt x="663384" y="663257"/>
                  </a:lnTo>
                  <a:lnTo>
                    <a:pt x="696841" y="625159"/>
                  </a:lnTo>
                  <a:lnTo>
                    <a:pt x="725030" y="582841"/>
                  </a:lnTo>
                  <a:lnTo>
                    <a:pt x="747616" y="537125"/>
                  </a:lnTo>
                  <a:lnTo>
                    <a:pt x="763960" y="489013"/>
                  </a:lnTo>
                  <a:lnTo>
                    <a:pt x="773891" y="439216"/>
                  </a:lnTo>
                  <a:lnTo>
                    <a:pt x="777240" y="388442"/>
                  </a:lnTo>
                  <a:lnTo>
                    <a:pt x="773891" y="337663"/>
                  </a:lnTo>
                  <a:lnTo>
                    <a:pt x="763960" y="287866"/>
                  </a:lnTo>
                  <a:lnTo>
                    <a:pt x="747616" y="239757"/>
                  </a:lnTo>
                  <a:lnTo>
                    <a:pt x="725030" y="194043"/>
                  </a:lnTo>
                  <a:lnTo>
                    <a:pt x="696841" y="151725"/>
                  </a:lnTo>
                  <a:lnTo>
                    <a:pt x="663384" y="113626"/>
                  </a:lnTo>
                  <a:lnTo>
                    <a:pt x="625203" y="80186"/>
                  </a:lnTo>
                  <a:lnTo>
                    <a:pt x="582841" y="51841"/>
                  </a:lnTo>
                  <a:lnTo>
                    <a:pt x="537180" y="29312"/>
                  </a:lnTo>
                  <a:lnTo>
                    <a:pt x="489191" y="13095"/>
                  </a:lnTo>
                  <a:lnTo>
                    <a:pt x="439516" y="3290"/>
                  </a:lnTo>
                  <a:lnTo>
                    <a:pt x="388797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9114" y="1877758"/>
              <a:ext cx="403923" cy="403923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283458" y="2661386"/>
            <a:ext cx="99504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Pick</a:t>
            </a:r>
            <a:r>
              <a:rPr dirty="0" sz="15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stops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93021" y="3131246"/>
            <a:ext cx="1374140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07800"/>
              </a:lnSpc>
              <a:spcBef>
                <a:spcPts val="100"/>
              </a:spcBef>
            </a:pP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Select</a:t>
            </a:r>
            <a:r>
              <a:rPr dirty="0" sz="115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pickup</a:t>
            </a:r>
            <a:r>
              <a:rPr dirty="0" sz="115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and</a:t>
            </a:r>
            <a:r>
              <a:rPr dirty="0" sz="115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E5EDFA"/>
                </a:solidFill>
                <a:latin typeface="Calibri"/>
                <a:cs typeface="Calibri"/>
              </a:rPr>
              <a:t>drop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points</a:t>
            </a:r>
            <a:r>
              <a:rPr dirty="0" sz="115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on</a:t>
            </a:r>
            <a:r>
              <a:rPr dirty="0" sz="1150" spc="-4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campus.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855324" y="1410614"/>
            <a:ext cx="2301875" cy="2345055"/>
            <a:chOff x="4855324" y="1410614"/>
            <a:chExt cx="2301875" cy="2345055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5324" y="2473197"/>
              <a:ext cx="164515" cy="21959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001475" y="1416964"/>
              <a:ext cx="2149475" cy="2332355"/>
            </a:xfrm>
            <a:custGeom>
              <a:avLst/>
              <a:gdLst/>
              <a:ahLst/>
              <a:cxnLst/>
              <a:rect l="l" t="t" r="r" b="b"/>
              <a:pathLst>
                <a:path w="2149475" h="2332354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932"/>
                  </a:lnTo>
                  <a:lnTo>
                    <a:pt x="368" y="109791"/>
                  </a:lnTo>
                  <a:lnTo>
                    <a:pt x="0" y="2222271"/>
                  </a:lnTo>
                  <a:lnTo>
                    <a:pt x="929" y="2236546"/>
                  </a:lnTo>
                  <a:lnTo>
                    <a:pt x="939" y="2236701"/>
                  </a:lnTo>
                  <a:lnTo>
                    <a:pt x="3701" y="2250581"/>
                  </a:lnTo>
                  <a:lnTo>
                    <a:pt x="3736" y="2250759"/>
                  </a:lnTo>
                  <a:lnTo>
                    <a:pt x="8290" y="2264142"/>
                  </a:lnTo>
                  <a:lnTo>
                    <a:pt x="8358" y="2264342"/>
                  </a:lnTo>
                  <a:lnTo>
                    <a:pt x="32224" y="2299896"/>
                  </a:lnTo>
                  <a:lnTo>
                    <a:pt x="67934" y="2323722"/>
                  </a:lnTo>
                  <a:lnTo>
                    <a:pt x="109804" y="2332075"/>
                  </a:lnTo>
                  <a:lnTo>
                    <a:pt x="2039404" y="2332075"/>
                  </a:lnTo>
                  <a:lnTo>
                    <a:pt x="2081475" y="2323722"/>
                  </a:lnTo>
                  <a:lnTo>
                    <a:pt x="2116977" y="2299896"/>
                  </a:lnTo>
                  <a:lnTo>
                    <a:pt x="2140750" y="2264342"/>
                  </a:lnTo>
                  <a:lnTo>
                    <a:pt x="2149208" y="2222271"/>
                  </a:lnTo>
                  <a:lnTo>
                    <a:pt x="2149184" y="109791"/>
                  </a:lnTo>
                  <a:lnTo>
                    <a:pt x="2140850" y="68088"/>
                  </a:lnTo>
                  <a:lnTo>
                    <a:pt x="2116983" y="32534"/>
                  </a:lnTo>
                  <a:lnTo>
                    <a:pt x="2081273" y="8708"/>
                  </a:lnTo>
                  <a:lnTo>
                    <a:pt x="20394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001475" y="1416964"/>
              <a:ext cx="2149475" cy="2332355"/>
            </a:xfrm>
            <a:custGeom>
              <a:avLst/>
              <a:gdLst/>
              <a:ahLst/>
              <a:cxnLst/>
              <a:rect l="l" t="t" r="r" b="b"/>
              <a:pathLst>
                <a:path w="2149475" h="2332354">
                  <a:moveTo>
                    <a:pt x="368" y="109791"/>
                  </a:moveTo>
                  <a:lnTo>
                    <a:pt x="1307" y="95524"/>
                  </a:lnTo>
                  <a:lnTo>
                    <a:pt x="4103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039404" y="355"/>
                  </a:lnTo>
                  <a:lnTo>
                    <a:pt x="2081273" y="8708"/>
                  </a:lnTo>
                  <a:lnTo>
                    <a:pt x="2116983" y="32534"/>
                  </a:lnTo>
                  <a:lnTo>
                    <a:pt x="2140850" y="68088"/>
                  </a:lnTo>
                  <a:lnTo>
                    <a:pt x="2149208" y="110159"/>
                  </a:lnTo>
                  <a:lnTo>
                    <a:pt x="2149208" y="2222271"/>
                  </a:lnTo>
                  <a:lnTo>
                    <a:pt x="2148268" y="2236546"/>
                  </a:lnTo>
                  <a:lnTo>
                    <a:pt x="2145471" y="2250581"/>
                  </a:lnTo>
                  <a:lnTo>
                    <a:pt x="2126425" y="2289064"/>
                  </a:lnTo>
                  <a:lnTo>
                    <a:pt x="2094483" y="2317318"/>
                  </a:lnTo>
                  <a:lnTo>
                    <a:pt x="2053834" y="2331135"/>
                  </a:lnTo>
                  <a:lnTo>
                    <a:pt x="2039404" y="2332075"/>
                  </a:lnTo>
                  <a:lnTo>
                    <a:pt x="109804" y="2332075"/>
                  </a:lnTo>
                  <a:lnTo>
                    <a:pt x="67934" y="2323722"/>
                  </a:lnTo>
                  <a:lnTo>
                    <a:pt x="32224" y="2299896"/>
                  </a:lnTo>
                  <a:lnTo>
                    <a:pt x="8358" y="2264342"/>
                  </a:lnTo>
                  <a:lnTo>
                    <a:pt x="0" y="2222271"/>
                  </a:lnTo>
                  <a:lnTo>
                    <a:pt x="368" y="109791"/>
                  </a:lnTo>
                  <a:close/>
                </a:path>
              </a:pathLst>
            </a:custGeom>
            <a:ln w="12599">
              <a:solidFill>
                <a:srgbClr val="2D5E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687644" y="1691639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39" h="777239">
                  <a:moveTo>
                    <a:pt x="388797" y="0"/>
                  </a:moveTo>
                  <a:lnTo>
                    <a:pt x="337868" y="3290"/>
                  </a:lnTo>
                  <a:lnTo>
                    <a:pt x="288088" y="13095"/>
                  </a:lnTo>
                  <a:lnTo>
                    <a:pt x="240063" y="29312"/>
                  </a:lnTo>
                  <a:lnTo>
                    <a:pt x="194398" y="51841"/>
                  </a:lnTo>
                  <a:lnTo>
                    <a:pt x="152029" y="80186"/>
                  </a:lnTo>
                  <a:lnTo>
                    <a:pt x="113844" y="113626"/>
                  </a:lnTo>
                  <a:lnTo>
                    <a:pt x="80386" y="151725"/>
                  </a:lnTo>
                  <a:lnTo>
                    <a:pt x="52197" y="194043"/>
                  </a:lnTo>
                  <a:lnTo>
                    <a:pt x="29612" y="239757"/>
                  </a:lnTo>
                  <a:lnTo>
                    <a:pt x="13273" y="287866"/>
                  </a:lnTo>
                  <a:lnTo>
                    <a:pt x="3346" y="337663"/>
                  </a:lnTo>
                  <a:lnTo>
                    <a:pt x="0" y="388442"/>
                  </a:lnTo>
                  <a:lnTo>
                    <a:pt x="3346" y="439216"/>
                  </a:lnTo>
                  <a:lnTo>
                    <a:pt x="13273" y="489013"/>
                  </a:lnTo>
                  <a:lnTo>
                    <a:pt x="29612" y="537125"/>
                  </a:lnTo>
                  <a:lnTo>
                    <a:pt x="52197" y="582841"/>
                  </a:lnTo>
                  <a:lnTo>
                    <a:pt x="80386" y="625159"/>
                  </a:lnTo>
                  <a:lnTo>
                    <a:pt x="113844" y="663257"/>
                  </a:lnTo>
                  <a:lnTo>
                    <a:pt x="152029" y="696698"/>
                  </a:lnTo>
                  <a:lnTo>
                    <a:pt x="194398" y="725043"/>
                  </a:lnTo>
                  <a:lnTo>
                    <a:pt x="240063" y="747627"/>
                  </a:lnTo>
                  <a:lnTo>
                    <a:pt x="288088" y="763966"/>
                  </a:lnTo>
                  <a:lnTo>
                    <a:pt x="337868" y="773893"/>
                  </a:lnTo>
                  <a:lnTo>
                    <a:pt x="388797" y="777239"/>
                  </a:lnTo>
                  <a:lnTo>
                    <a:pt x="439516" y="773893"/>
                  </a:lnTo>
                  <a:lnTo>
                    <a:pt x="489191" y="763966"/>
                  </a:lnTo>
                  <a:lnTo>
                    <a:pt x="537180" y="747627"/>
                  </a:lnTo>
                  <a:lnTo>
                    <a:pt x="582841" y="725043"/>
                  </a:lnTo>
                  <a:lnTo>
                    <a:pt x="625203" y="696698"/>
                  </a:lnTo>
                  <a:lnTo>
                    <a:pt x="663384" y="663257"/>
                  </a:lnTo>
                  <a:lnTo>
                    <a:pt x="696841" y="625159"/>
                  </a:lnTo>
                  <a:lnTo>
                    <a:pt x="725030" y="582841"/>
                  </a:lnTo>
                  <a:lnTo>
                    <a:pt x="747616" y="537125"/>
                  </a:lnTo>
                  <a:lnTo>
                    <a:pt x="763960" y="489013"/>
                  </a:lnTo>
                  <a:lnTo>
                    <a:pt x="773891" y="439216"/>
                  </a:lnTo>
                  <a:lnTo>
                    <a:pt x="777239" y="388442"/>
                  </a:lnTo>
                  <a:lnTo>
                    <a:pt x="773891" y="337663"/>
                  </a:lnTo>
                  <a:lnTo>
                    <a:pt x="763960" y="287866"/>
                  </a:lnTo>
                  <a:lnTo>
                    <a:pt x="747616" y="239757"/>
                  </a:lnTo>
                  <a:lnTo>
                    <a:pt x="725030" y="194043"/>
                  </a:lnTo>
                  <a:lnTo>
                    <a:pt x="696841" y="151725"/>
                  </a:lnTo>
                  <a:lnTo>
                    <a:pt x="663384" y="113626"/>
                  </a:lnTo>
                  <a:lnTo>
                    <a:pt x="625203" y="80186"/>
                  </a:lnTo>
                  <a:lnTo>
                    <a:pt x="582841" y="51841"/>
                  </a:lnTo>
                  <a:lnTo>
                    <a:pt x="537180" y="29312"/>
                  </a:lnTo>
                  <a:lnTo>
                    <a:pt x="489191" y="13095"/>
                  </a:lnTo>
                  <a:lnTo>
                    <a:pt x="439516" y="3290"/>
                  </a:lnTo>
                  <a:lnTo>
                    <a:pt x="388797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74118" y="1877758"/>
              <a:ext cx="403923" cy="40392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376862" y="2661386"/>
            <a:ext cx="13970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3.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availability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25745" y="3131246"/>
            <a:ext cx="1501140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3505" marR="5080" indent="-91440">
              <a:lnSpc>
                <a:spcPct val="107800"/>
              </a:lnSpc>
              <a:spcBef>
                <a:spcPts val="100"/>
              </a:spcBef>
            </a:pP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View</a:t>
            </a:r>
            <a:r>
              <a:rPr dirty="0" sz="115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live</a:t>
            </a:r>
            <a:r>
              <a:rPr dirty="0" sz="115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seat</a:t>
            </a:r>
            <a:r>
              <a:rPr dirty="0" sz="1150" spc="-3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availability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and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 estimated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arrival.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150684" y="1410614"/>
            <a:ext cx="2301875" cy="2345055"/>
            <a:chOff x="7150684" y="1410614"/>
            <a:chExt cx="2301875" cy="2345055"/>
          </a:xfrm>
        </p:grpSpPr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50684" y="2473197"/>
              <a:ext cx="164515" cy="21959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296480" y="1416964"/>
              <a:ext cx="2149475" cy="2332355"/>
            </a:xfrm>
            <a:custGeom>
              <a:avLst/>
              <a:gdLst/>
              <a:ahLst/>
              <a:cxnLst/>
              <a:rect l="l" t="t" r="r" b="b"/>
              <a:pathLst>
                <a:path w="2149475" h="2332354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932"/>
                  </a:lnTo>
                  <a:lnTo>
                    <a:pt x="355" y="109791"/>
                  </a:lnTo>
                  <a:lnTo>
                    <a:pt x="0" y="2222271"/>
                  </a:lnTo>
                  <a:lnTo>
                    <a:pt x="929" y="2236546"/>
                  </a:lnTo>
                  <a:lnTo>
                    <a:pt x="939" y="2236701"/>
                  </a:lnTo>
                  <a:lnTo>
                    <a:pt x="3700" y="2250581"/>
                  </a:lnTo>
                  <a:lnTo>
                    <a:pt x="3735" y="2250759"/>
                  </a:lnTo>
                  <a:lnTo>
                    <a:pt x="8284" y="2264142"/>
                  </a:lnTo>
                  <a:lnTo>
                    <a:pt x="8352" y="2264342"/>
                  </a:lnTo>
                  <a:lnTo>
                    <a:pt x="14757" y="2277351"/>
                  </a:lnTo>
                  <a:lnTo>
                    <a:pt x="22681" y="2289064"/>
                  </a:lnTo>
                  <a:lnTo>
                    <a:pt x="22783" y="2289214"/>
                  </a:lnTo>
                  <a:lnTo>
                    <a:pt x="55079" y="2317318"/>
                  </a:lnTo>
                  <a:lnTo>
                    <a:pt x="95529" y="2331135"/>
                  </a:lnTo>
                  <a:lnTo>
                    <a:pt x="109804" y="2332075"/>
                  </a:lnTo>
                  <a:lnTo>
                    <a:pt x="2039404" y="2332075"/>
                  </a:lnTo>
                  <a:lnTo>
                    <a:pt x="2081468" y="2323722"/>
                  </a:lnTo>
                  <a:lnTo>
                    <a:pt x="2116977" y="2299896"/>
                  </a:lnTo>
                  <a:lnTo>
                    <a:pt x="2140743" y="2264342"/>
                  </a:lnTo>
                  <a:lnTo>
                    <a:pt x="2140842" y="2264142"/>
                  </a:lnTo>
                  <a:lnTo>
                    <a:pt x="2145399" y="2250759"/>
                  </a:lnTo>
                  <a:lnTo>
                    <a:pt x="2145460" y="2250581"/>
                  </a:lnTo>
                  <a:lnTo>
                    <a:pt x="2148225" y="2236701"/>
                  </a:lnTo>
                  <a:lnTo>
                    <a:pt x="2148255" y="2236546"/>
                  </a:lnTo>
                  <a:lnTo>
                    <a:pt x="2149195" y="2222271"/>
                  </a:lnTo>
                  <a:lnTo>
                    <a:pt x="2149171" y="109791"/>
                  </a:lnTo>
                  <a:lnTo>
                    <a:pt x="2148255" y="95729"/>
                  </a:lnTo>
                  <a:lnTo>
                    <a:pt x="2134438" y="55079"/>
                  </a:lnTo>
                  <a:lnTo>
                    <a:pt x="2106191" y="23133"/>
                  </a:lnTo>
                  <a:lnTo>
                    <a:pt x="2067702" y="4090"/>
                  </a:lnTo>
                  <a:lnTo>
                    <a:pt x="20394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E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296480" y="1416964"/>
              <a:ext cx="2149475" cy="2332355"/>
            </a:xfrm>
            <a:custGeom>
              <a:avLst/>
              <a:gdLst/>
              <a:ahLst/>
              <a:cxnLst/>
              <a:rect l="l" t="t" r="r" b="b"/>
              <a:pathLst>
                <a:path w="2149475" h="2332354">
                  <a:moveTo>
                    <a:pt x="355" y="109791"/>
                  </a:moveTo>
                  <a:lnTo>
                    <a:pt x="1295" y="95524"/>
                  </a:lnTo>
                  <a:lnTo>
                    <a:pt x="4092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039404" y="355"/>
                  </a:lnTo>
                  <a:lnTo>
                    <a:pt x="2081262" y="8708"/>
                  </a:lnTo>
                  <a:lnTo>
                    <a:pt x="2116982" y="32534"/>
                  </a:lnTo>
                  <a:lnTo>
                    <a:pt x="2140842" y="68088"/>
                  </a:lnTo>
                  <a:lnTo>
                    <a:pt x="2149195" y="110159"/>
                  </a:lnTo>
                  <a:lnTo>
                    <a:pt x="2149195" y="2222271"/>
                  </a:lnTo>
                  <a:lnTo>
                    <a:pt x="2148255" y="2236546"/>
                  </a:lnTo>
                  <a:lnTo>
                    <a:pt x="2145460" y="2250581"/>
                  </a:lnTo>
                  <a:lnTo>
                    <a:pt x="2126425" y="2289064"/>
                  </a:lnTo>
                  <a:lnTo>
                    <a:pt x="2094484" y="2317318"/>
                  </a:lnTo>
                  <a:lnTo>
                    <a:pt x="2053827" y="2331135"/>
                  </a:lnTo>
                  <a:lnTo>
                    <a:pt x="2039404" y="2332075"/>
                  </a:lnTo>
                  <a:lnTo>
                    <a:pt x="109804" y="2332075"/>
                  </a:lnTo>
                  <a:lnTo>
                    <a:pt x="67932" y="2323722"/>
                  </a:lnTo>
                  <a:lnTo>
                    <a:pt x="32223" y="2299896"/>
                  </a:lnTo>
                  <a:lnTo>
                    <a:pt x="8352" y="2264342"/>
                  </a:lnTo>
                  <a:lnTo>
                    <a:pt x="0" y="2222271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1E37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982636" y="1691639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388810" y="0"/>
                  </a:moveTo>
                  <a:lnTo>
                    <a:pt x="337879" y="3290"/>
                  </a:lnTo>
                  <a:lnTo>
                    <a:pt x="288094" y="13095"/>
                  </a:lnTo>
                  <a:lnTo>
                    <a:pt x="240065" y="29312"/>
                  </a:lnTo>
                  <a:lnTo>
                    <a:pt x="194398" y="51841"/>
                  </a:lnTo>
                  <a:lnTo>
                    <a:pt x="152036" y="80186"/>
                  </a:lnTo>
                  <a:lnTo>
                    <a:pt x="113855" y="113626"/>
                  </a:lnTo>
                  <a:lnTo>
                    <a:pt x="80398" y="151725"/>
                  </a:lnTo>
                  <a:lnTo>
                    <a:pt x="52209" y="194043"/>
                  </a:lnTo>
                  <a:lnTo>
                    <a:pt x="29623" y="239757"/>
                  </a:lnTo>
                  <a:lnTo>
                    <a:pt x="13279" y="287866"/>
                  </a:lnTo>
                  <a:lnTo>
                    <a:pt x="3348" y="337663"/>
                  </a:lnTo>
                  <a:lnTo>
                    <a:pt x="0" y="388442"/>
                  </a:lnTo>
                  <a:lnTo>
                    <a:pt x="3348" y="439216"/>
                  </a:lnTo>
                  <a:lnTo>
                    <a:pt x="13279" y="489013"/>
                  </a:lnTo>
                  <a:lnTo>
                    <a:pt x="29623" y="537125"/>
                  </a:lnTo>
                  <a:lnTo>
                    <a:pt x="52209" y="582841"/>
                  </a:lnTo>
                  <a:lnTo>
                    <a:pt x="80398" y="625159"/>
                  </a:lnTo>
                  <a:lnTo>
                    <a:pt x="113855" y="663257"/>
                  </a:lnTo>
                  <a:lnTo>
                    <a:pt x="152036" y="696698"/>
                  </a:lnTo>
                  <a:lnTo>
                    <a:pt x="194398" y="725043"/>
                  </a:lnTo>
                  <a:lnTo>
                    <a:pt x="240065" y="747627"/>
                  </a:lnTo>
                  <a:lnTo>
                    <a:pt x="288094" y="763966"/>
                  </a:lnTo>
                  <a:lnTo>
                    <a:pt x="337879" y="773893"/>
                  </a:lnTo>
                  <a:lnTo>
                    <a:pt x="388810" y="777239"/>
                  </a:lnTo>
                  <a:lnTo>
                    <a:pt x="439526" y="773893"/>
                  </a:lnTo>
                  <a:lnTo>
                    <a:pt x="489197" y="763966"/>
                  </a:lnTo>
                  <a:lnTo>
                    <a:pt x="537182" y="747627"/>
                  </a:lnTo>
                  <a:lnTo>
                    <a:pt x="582841" y="725043"/>
                  </a:lnTo>
                  <a:lnTo>
                    <a:pt x="625210" y="696698"/>
                  </a:lnTo>
                  <a:lnTo>
                    <a:pt x="663395" y="663257"/>
                  </a:lnTo>
                  <a:lnTo>
                    <a:pt x="696853" y="625159"/>
                  </a:lnTo>
                  <a:lnTo>
                    <a:pt x="725043" y="582841"/>
                  </a:lnTo>
                  <a:lnTo>
                    <a:pt x="747627" y="537125"/>
                  </a:lnTo>
                  <a:lnTo>
                    <a:pt x="763966" y="489013"/>
                  </a:lnTo>
                  <a:lnTo>
                    <a:pt x="773893" y="439216"/>
                  </a:lnTo>
                  <a:lnTo>
                    <a:pt x="777240" y="388442"/>
                  </a:lnTo>
                  <a:lnTo>
                    <a:pt x="773893" y="337663"/>
                  </a:lnTo>
                  <a:lnTo>
                    <a:pt x="763966" y="287866"/>
                  </a:lnTo>
                  <a:lnTo>
                    <a:pt x="747627" y="239757"/>
                  </a:lnTo>
                  <a:lnTo>
                    <a:pt x="725043" y="194043"/>
                  </a:lnTo>
                  <a:lnTo>
                    <a:pt x="696853" y="151725"/>
                  </a:lnTo>
                  <a:lnTo>
                    <a:pt x="663395" y="113626"/>
                  </a:lnTo>
                  <a:lnTo>
                    <a:pt x="625210" y="80186"/>
                  </a:lnTo>
                  <a:lnTo>
                    <a:pt x="582841" y="51841"/>
                  </a:lnTo>
                  <a:lnTo>
                    <a:pt x="537182" y="29312"/>
                  </a:lnTo>
                  <a:lnTo>
                    <a:pt x="489197" y="13095"/>
                  </a:lnTo>
                  <a:lnTo>
                    <a:pt x="439526" y="3290"/>
                  </a:lnTo>
                  <a:lnTo>
                    <a:pt x="388810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69122" y="1877758"/>
              <a:ext cx="403923" cy="403923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7759344" y="2661386"/>
            <a:ext cx="12211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4.</a:t>
            </a:r>
            <a:r>
              <a:rPr dirty="0" sz="15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Match</a:t>
            </a:r>
            <a:r>
              <a:rPr dirty="0" sz="15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5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alibri"/>
                <a:cs typeface="Calibri"/>
              </a:rPr>
              <a:t>pay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00937" y="3131246"/>
            <a:ext cx="1539875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0320">
              <a:lnSpc>
                <a:spcPct val="107800"/>
              </a:lnSpc>
              <a:spcBef>
                <a:spcPts val="100"/>
              </a:spcBef>
            </a:pP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Confirm</a:t>
            </a:r>
            <a:r>
              <a:rPr dirty="0" sz="115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the</a:t>
            </a:r>
            <a:r>
              <a:rPr dirty="0" sz="1150" spc="-2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booking</a:t>
            </a:r>
            <a:r>
              <a:rPr dirty="0" sz="115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E5EDFA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pay</a:t>
            </a:r>
            <a:r>
              <a:rPr dirty="0" sz="115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the</a:t>
            </a:r>
            <a:r>
              <a:rPr dirty="0" sz="1150" spc="-2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driver</a:t>
            </a:r>
            <a:r>
              <a:rPr dirty="0" sz="1150" spc="-2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via</a:t>
            </a:r>
            <a:r>
              <a:rPr dirty="0" sz="1150" spc="-2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UPI</a:t>
            </a:r>
            <a:r>
              <a:rPr dirty="0" sz="1150" spc="-25">
                <a:solidFill>
                  <a:srgbClr val="E5EDFA"/>
                </a:solidFill>
                <a:latin typeface="Calibri"/>
                <a:cs typeface="Calibri"/>
              </a:rPr>
              <a:t> QR.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9445676" y="1410664"/>
            <a:ext cx="2301875" cy="2345055"/>
            <a:chOff x="9445676" y="1410664"/>
            <a:chExt cx="2301875" cy="2345055"/>
          </a:xfrm>
        </p:grpSpPr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45676" y="2473197"/>
              <a:ext cx="164528" cy="21959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9591840" y="1416964"/>
              <a:ext cx="2149475" cy="2332355"/>
            </a:xfrm>
            <a:custGeom>
              <a:avLst/>
              <a:gdLst/>
              <a:ahLst/>
              <a:cxnLst/>
              <a:rect l="l" t="t" r="r" b="b"/>
              <a:pathLst>
                <a:path w="2149475" h="2332354">
                  <a:moveTo>
                    <a:pt x="110159" y="0"/>
                  </a:moveTo>
                  <a:lnTo>
                    <a:pt x="68088" y="8352"/>
                  </a:lnTo>
                  <a:lnTo>
                    <a:pt x="32535" y="32213"/>
                  </a:lnTo>
                  <a:lnTo>
                    <a:pt x="8713" y="67932"/>
                  </a:lnTo>
                  <a:lnTo>
                    <a:pt x="355" y="109791"/>
                  </a:lnTo>
                  <a:lnTo>
                    <a:pt x="0" y="2222271"/>
                  </a:lnTo>
                  <a:lnTo>
                    <a:pt x="929" y="2236546"/>
                  </a:lnTo>
                  <a:lnTo>
                    <a:pt x="939" y="2236701"/>
                  </a:lnTo>
                  <a:lnTo>
                    <a:pt x="3700" y="2250581"/>
                  </a:lnTo>
                  <a:lnTo>
                    <a:pt x="3735" y="2250759"/>
                  </a:lnTo>
                  <a:lnTo>
                    <a:pt x="8284" y="2264142"/>
                  </a:lnTo>
                  <a:lnTo>
                    <a:pt x="8352" y="2264342"/>
                  </a:lnTo>
                  <a:lnTo>
                    <a:pt x="14757" y="2277351"/>
                  </a:lnTo>
                  <a:lnTo>
                    <a:pt x="22681" y="2289064"/>
                  </a:lnTo>
                  <a:lnTo>
                    <a:pt x="22783" y="2289214"/>
                  </a:lnTo>
                  <a:lnTo>
                    <a:pt x="55079" y="2317318"/>
                  </a:lnTo>
                  <a:lnTo>
                    <a:pt x="95529" y="2331135"/>
                  </a:lnTo>
                  <a:lnTo>
                    <a:pt x="109804" y="2332075"/>
                  </a:lnTo>
                  <a:lnTo>
                    <a:pt x="2039404" y="2332075"/>
                  </a:lnTo>
                  <a:lnTo>
                    <a:pt x="2081468" y="2323722"/>
                  </a:lnTo>
                  <a:lnTo>
                    <a:pt x="2116977" y="2299896"/>
                  </a:lnTo>
                  <a:lnTo>
                    <a:pt x="2140743" y="2264342"/>
                  </a:lnTo>
                  <a:lnTo>
                    <a:pt x="2140842" y="2264142"/>
                  </a:lnTo>
                  <a:lnTo>
                    <a:pt x="2145399" y="2250759"/>
                  </a:lnTo>
                  <a:lnTo>
                    <a:pt x="2145460" y="2250581"/>
                  </a:lnTo>
                  <a:lnTo>
                    <a:pt x="2148225" y="2236701"/>
                  </a:lnTo>
                  <a:lnTo>
                    <a:pt x="2148255" y="2236546"/>
                  </a:lnTo>
                  <a:lnTo>
                    <a:pt x="2149195" y="2222271"/>
                  </a:lnTo>
                  <a:lnTo>
                    <a:pt x="2149171" y="109791"/>
                  </a:lnTo>
                  <a:lnTo>
                    <a:pt x="2148255" y="95729"/>
                  </a:lnTo>
                  <a:lnTo>
                    <a:pt x="2134438" y="55079"/>
                  </a:lnTo>
                  <a:lnTo>
                    <a:pt x="2106191" y="23133"/>
                  </a:lnTo>
                  <a:lnTo>
                    <a:pt x="2067702" y="4090"/>
                  </a:lnTo>
                  <a:lnTo>
                    <a:pt x="203940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9591840" y="1416964"/>
              <a:ext cx="2149475" cy="2332355"/>
            </a:xfrm>
            <a:custGeom>
              <a:avLst/>
              <a:gdLst/>
              <a:ahLst/>
              <a:cxnLst/>
              <a:rect l="l" t="t" r="r" b="b"/>
              <a:pathLst>
                <a:path w="2149475" h="2332354">
                  <a:moveTo>
                    <a:pt x="355" y="109791"/>
                  </a:moveTo>
                  <a:lnTo>
                    <a:pt x="1295" y="95524"/>
                  </a:lnTo>
                  <a:lnTo>
                    <a:pt x="4092" y="81492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039404" y="355"/>
                  </a:lnTo>
                  <a:lnTo>
                    <a:pt x="2081262" y="8708"/>
                  </a:lnTo>
                  <a:lnTo>
                    <a:pt x="2116982" y="32534"/>
                  </a:lnTo>
                  <a:lnTo>
                    <a:pt x="2140842" y="68088"/>
                  </a:lnTo>
                  <a:lnTo>
                    <a:pt x="2149195" y="110159"/>
                  </a:lnTo>
                  <a:lnTo>
                    <a:pt x="2149195" y="2222271"/>
                  </a:lnTo>
                  <a:lnTo>
                    <a:pt x="2148255" y="2236546"/>
                  </a:lnTo>
                  <a:lnTo>
                    <a:pt x="2145460" y="2250581"/>
                  </a:lnTo>
                  <a:lnTo>
                    <a:pt x="2126425" y="2289064"/>
                  </a:lnTo>
                  <a:lnTo>
                    <a:pt x="2094483" y="2317318"/>
                  </a:lnTo>
                  <a:lnTo>
                    <a:pt x="2053827" y="2331135"/>
                  </a:lnTo>
                  <a:lnTo>
                    <a:pt x="2039404" y="2332075"/>
                  </a:lnTo>
                  <a:lnTo>
                    <a:pt x="109804" y="2332075"/>
                  </a:lnTo>
                  <a:lnTo>
                    <a:pt x="67932" y="2323722"/>
                  </a:lnTo>
                  <a:lnTo>
                    <a:pt x="32223" y="2299896"/>
                  </a:lnTo>
                  <a:lnTo>
                    <a:pt x="8352" y="2264342"/>
                  </a:lnTo>
                  <a:lnTo>
                    <a:pt x="0" y="2222271"/>
                  </a:lnTo>
                  <a:lnTo>
                    <a:pt x="355" y="109791"/>
                  </a:lnTo>
                  <a:close/>
                </a:path>
              </a:pathLst>
            </a:custGeom>
            <a:ln w="12599">
              <a:solidFill>
                <a:srgbClr val="2D5E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0277996" y="1691639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388810" y="0"/>
                  </a:moveTo>
                  <a:lnTo>
                    <a:pt x="337879" y="3290"/>
                  </a:lnTo>
                  <a:lnTo>
                    <a:pt x="288094" y="13095"/>
                  </a:lnTo>
                  <a:lnTo>
                    <a:pt x="240065" y="29312"/>
                  </a:lnTo>
                  <a:lnTo>
                    <a:pt x="194398" y="51841"/>
                  </a:lnTo>
                  <a:lnTo>
                    <a:pt x="152036" y="80186"/>
                  </a:lnTo>
                  <a:lnTo>
                    <a:pt x="113855" y="113626"/>
                  </a:lnTo>
                  <a:lnTo>
                    <a:pt x="80398" y="151725"/>
                  </a:lnTo>
                  <a:lnTo>
                    <a:pt x="52209" y="194043"/>
                  </a:lnTo>
                  <a:lnTo>
                    <a:pt x="29623" y="239757"/>
                  </a:lnTo>
                  <a:lnTo>
                    <a:pt x="13279" y="287866"/>
                  </a:lnTo>
                  <a:lnTo>
                    <a:pt x="3348" y="337663"/>
                  </a:lnTo>
                  <a:lnTo>
                    <a:pt x="0" y="388442"/>
                  </a:lnTo>
                  <a:lnTo>
                    <a:pt x="3348" y="439216"/>
                  </a:lnTo>
                  <a:lnTo>
                    <a:pt x="13279" y="489013"/>
                  </a:lnTo>
                  <a:lnTo>
                    <a:pt x="29623" y="537125"/>
                  </a:lnTo>
                  <a:lnTo>
                    <a:pt x="52209" y="582841"/>
                  </a:lnTo>
                  <a:lnTo>
                    <a:pt x="80398" y="625159"/>
                  </a:lnTo>
                  <a:lnTo>
                    <a:pt x="113855" y="663257"/>
                  </a:lnTo>
                  <a:lnTo>
                    <a:pt x="152036" y="696698"/>
                  </a:lnTo>
                  <a:lnTo>
                    <a:pt x="194398" y="725043"/>
                  </a:lnTo>
                  <a:lnTo>
                    <a:pt x="240065" y="747627"/>
                  </a:lnTo>
                  <a:lnTo>
                    <a:pt x="288094" y="763966"/>
                  </a:lnTo>
                  <a:lnTo>
                    <a:pt x="337879" y="773893"/>
                  </a:lnTo>
                  <a:lnTo>
                    <a:pt x="388810" y="777239"/>
                  </a:lnTo>
                  <a:lnTo>
                    <a:pt x="439526" y="773893"/>
                  </a:lnTo>
                  <a:lnTo>
                    <a:pt x="489197" y="763966"/>
                  </a:lnTo>
                  <a:lnTo>
                    <a:pt x="537182" y="747627"/>
                  </a:lnTo>
                  <a:lnTo>
                    <a:pt x="582841" y="725043"/>
                  </a:lnTo>
                  <a:lnTo>
                    <a:pt x="625210" y="696698"/>
                  </a:lnTo>
                  <a:lnTo>
                    <a:pt x="663395" y="663257"/>
                  </a:lnTo>
                  <a:lnTo>
                    <a:pt x="696853" y="625159"/>
                  </a:lnTo>
                  <a:lnTo>
                    <a:pt x="725042" y="582841"/>
                  </a:lnTo>
                  <a:lnTo>
                    <a:pt x="747627" y="537125"/>
                  </a:lnTo>
                  <a:lnTo>
                    <a:pt x="763966" y="489013"/>
                  </a:lnTo>
                  <a:lnTo>
                    <a:pt x="773893" y="439216"/>
                  </a:lnTo>
                  <a:lnTo>
                    <a:pt x="777239" y="388442"/>
                  </a:lnTo>
                  <a:lnTo>
                    <a:pt x="773893" y="337663"/>
                  </a:lnTo>
                  <a:lnTo>
                    <a:pt x="763966" y="287866"/>
                  </a:lnTo>
                  <a:lnTo>
                    <a:pt x="747627" y="239757"/>
                  </a:lnTo>
                  <a:lnTo>
                    <a:pt x="725042" y="194043"/>
                  </a:lnTo>
                  <a:lnTo>
                    <a:pt x="696853" y="151725"/>
                  </a:lnTo>
                  <a:lnTo>
                    <a:pt x="663395" y="113626"/>
                  </a:lnTo>
                  <a:lnTo>
                    <a:pt x="625210" y="80186"/>
                  </a:lnTo>
                  <a:lnTo>
                    <a:pt x="582841" y="51841"/>
                  </a:lnTo>
                  <a:lnTo>
                    <a:pt x="537182" y="29312"/>
                  </a:lnTo>
                  <a:lnTo>
                    <a:pt x="489197" y="13095"/>
                  </a:lnTo>
                  <a:lnTo>
                    <a:pt x="439526" y="3290"/>
                  </a:lnTo>
                  <a:lnTo>
                    <a:pt x="388810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64482" y="1877758"/>
              <a:ext cx="403923" cy="403923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10015816" y="2661386"/>
            <a:ext cx="12998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5.</a:t>
            </a:r>
            <a:r>
              <a:rPr dirty="0" sz="15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Board</a:t>
            </a:r>
            <a:r>
              <a:rPr dirty="0" sz="15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5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track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911422" y="3131246"/>
            <a:ext cx="1508760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985" marR="5080" indent="-121920">
              <a:lnSpc>
                <a:spcPct val="107800"/>
              </a:lnSpc>
              <a:spcBef>
                <a:spcPts val="100"/>
              </a:spcBef>
            </a:pP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Board</a:t>
            </a:r>
            <a:r>
              <a:rPr dirty="0" sz="115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and</a:t>
            </a:r>
            <a:r>
              <a:rPr dirty="0" sz="1150" spc="-4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follow</a:t>
            </a:r>
            <a:r>
              <a:rPr dirty="0" sz="1150" spc="-2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the</a:t>
            </a:r>
            <a:r>
              <a:rPr dirty="0" sz="115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E5EDFA"/>
                </a:solidFill>
                <a:latin typeface="Calibri"/>
                <a:cs typeface="Calibri"/>
              </a:rPr>
              <a:t>trip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live;</a:t>
            </a:r>
            <a:r>
              <a:rPr dirty="0" sz="1150" spc="-5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saved</a:t>
            </a:r>
            <a:r>
              <a:rPr dirty="0" sz="115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E5EDFA"/>
                </a:solidFill>
                <a:latin typeface="Calibri"/>
                <a:cs typeface="Calibri"/>
              </a:rPr>
              <a:t>to</a:t>
            </a:r>
            <a:r>
              <a:rPr dirty="0" sz="1150" spc="-5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E5EDFA"/>
                </a:solidFill>
                <a:latin typeface="Calibri"/>
                <a:cs typeface="Calibri"/>
              </a:rPr>
              <a:t>history.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04824" y="4153496"/>
            <a:ext cx="11397615" cy="1293495"/>
            <a:chOff x="404824" y="4153496"/>
            <a:chExt cx="11397615" cy="1293495"/>
          </a:xfrm>
        </p:grpSpPr>
        <p:sp>
          <p:nvSpPr>
            <p:cNvPr id="49" name="object 49"/>
            <p:cNvSpPr/>
            <p:nvPr/>
          </p:nvSpPr>
          <p:spPr>
            <a:xfrm>
              <a:off x="411124" y="4159795"/>
              <a:ext cx="11384915" cy="1280795"/>
            </a:xfrm>
            <a:custGeom>
              <a:avLst/>
              <a:gdLst/>
              <a:ahLst/>
              <a:cxnLst/>
              <a:rect l="l" t="t" r="r" b="b"/>
              <a:pathLst>
                <a:path w="11384915" h="128079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1170724"/>
                  </a:lnTo>
                  <a:lnTo>
                    <a:pt x="939" y="1185154"/>
                  </a:lnTo>
                  <a:lnTo>
                    <a:pt x="14757" y="1225804"/>
                  </a:lnTo>
                  <a:lnTo>
                    <a:pt x="43003" y="1257745"/>
                  </a:lnTo>
                  <a:lnTo>
                    <a:pt x="81359" y="1276791"/>
                  </a:lnTo>
                  <a:lnTo>
                    <a:pt x="109791" y="1280528"/>
                  </a:lnTo>
                  <a:lnTo>
                    <a:pt x="11274831" y="1280528"/>
                  </a:lnTo>
                  <a:lnTo>
                    <a:pt x="11316902" y="1272170"/>
                  </a:lnTo>
                  <a:lnTo>
                    <a:pt x="11352406" y="1248348"/>
                  </a:lnTo>
                  <a:lnTo>
                    <a:pt x="11376207" y="1212795"/>
                  </a:lnTo>
                  <a:lnTo>
                    <a:pt x="11384635" y="1170724"/>
                  </a:lnTo>
                  <a:lnTo>
                    <a:pt x="11384612" y="109804"/>
                  </a:lnTo>
                  <a:lnTo>
                    <a:pt x="11376282" y="68095"/>
                  </a:lnTo>
                  <a:lnTo>
                    <a:pt x="11352412" y="32535"/>
                  </a:lnTo>
                  <a:lnTo>
                    <a:pt x="11316752" y="8721"/>
                  </a:lnTo>
                  <a:lnTo>
                    <a:pt x="1127483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11124" y="4159795"/>
              <a:ext cx="11384915" cy="1280795"/>
            </a:xfrm>
            <a:custGeom>
              <a:avLst/>
              <a:gdLst/>
              <a:ahLst/>
              <a:cxnLst/>
              <a:rect l="l" t="t" r="r" b="b"/>
              <a:pathLst>
                <a:path w="11384915" h="128079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1274831" y="368"/>
                  </a:lnTo>
                  <a:lnTo>
                    <a:pt x="11316752" y="8721"/>
                  </a:lnTo>
                  <a:lnTo>
                    <a:pt x="11352412" y="32535"/>
                  </a:lnTo>
                  <a:lnTo>
                    <a:pt x="11376282" y="68095"/>
                  </a:lnTo>
                  <a:lnTo>
                    <a:pt x="11384635" y="110159"/>
                  </a:lnTo>
                  <a:lnTo>
                    <a:pt x="11384635" y="1170724"/>
                  </a:lnTo>
                  <a:lnTo>
                    <a:pt x="11383695" y="1185148"/>
                  </a:lnTo>
                  <a:lnTo>
                    <a:pt x="11380900" y="1199167"/>
                  </a:lnTo>
                  <a:lnTo>
                    <a:pt x="11361858" y="1237517"/>
                  </a:lnTo>
                  <a:lnTo>
                    <a:pt x="11329911" y="1265758"/>
                  </a:lnTo>
                  <a:lnTo>
                    <a:pt x="11289261" y="1279588"/>
                  </a:lnTo>
                  <a:lnTo>
                    <a:pt x="11274831" y="1280528"/>
                  </a:lnTo>
                  <a:lnTo>
                    <a:pt x="109791" y="1280528"/>
                  </a:lnTo>
                  <a:lnTo>
                    <a:pt x="67882" y="1272170"/>
                  </a:lnTo>
                  <a:lnTo>
                    <a:pt x="32213" y="1248348"/>
                  </a:lnTo>
                  <a:lnTo>
                    <a:pt x="8352" y="1212795"/>
                  </a:lnTo>
                  <a:lnTo>
                    <a:pt x="0" y="117072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11124" y="4159795"/>
              <a:ext cx="11384915" cy="1280795"/>
            </a:xfrm>
            <a:custGeom>
              <a:avLst/>
              <a:gdLst/>
              <a:ahLst/>
              <a:cxnLst/>
              <a:rect l="l" t="t" r="r" b="b"/>
              <a:pathLst>
                <a:path w="11384915" h="128079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1170724"/>
                  </a:lnTo>
                  <a:lnTo>
                    <a:pt x="939" y="1185154"/>
                  </a:lnTo>
                  <a:lnTo>
                    <a:pt x="14757" y="1225804"/>
                  </a:lnTo>
                  <a:lnTo>
                    <a:pt x="43003" y="1257745"/>
                  </a:lnTo>
                  <a:lnTo>
                    <a:pt x="81359" y="1276791"/>
                  </a:lnTo>
                  <a:lnTo>
                    <a:pt x="109791" y="1280528"/>
                  </a:lnTo>
                  <a:lnTo>
                    <a:pt x="11274831" y="1280528"/>
                  </a:lnTo>
                  <a:lnTo>
                    <a:pt x="11316902" y="1272170"/>
                  </a:lnTo>
                  <a:lnTo>
                    <a:pt x="11352406" y="1248348"/>
                  </a:lnTo>
                  <a:lnTo>
                    <a:pt x="11376207" y="1212795"/>
                  </a:lnTo>
                  <a:lnTo>
                    <a:pt x="11384635" y="1170724"/>
                  </a:lnTo>
                  <a:lnTo>
                    <a:pt x="11384612" y="109804"/>
                  </a:lnTo>
                  <a:lnTo>
                    <a:pt x="11376282" y="68095"/>
                  </a:lnTo>
                  <a:lnTo>
                    <a:pt x="11352412" y="32535"/>
                  </a:lnTo>
                  <a:lnTo>
                    <a:pt x="11316752" y="8721"/>
                  </a:lnTo>
                  <a:lnTo>
                    <a:pt x="1127483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11124" y="4159795"/>
              <a:ext cx="11384915" cy="1280795"/>
            </a:xfrm>
            <a:custGeom>
              <a:avLst/>
              <a:gdLst/>
              <a:ahLst/>
              <a:cxnLst/>
              <a:rect l="l" t="t" r="r" b="b"/>
              <a:pathLst>
                <a:path w="11384915" h="128079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1274831" y="368"/>
                  </a:lnTo>
                  <a:lnTo>
                    <a:pt x="11316752" y="8721"/>
                  </a:lnTo>
                  <a:lnTo>
                    <a:pt x="11352412" y="32535"/>
                  </a:lnTo>
                  <a:lnTo>
                    <a:pt x="11376282" y="68095"/>
                  </a:lnTo>
                  <a:lnTo>
                    <a:pt x="11384635" y="110159"/>
                  </a:lnTo>
                  <a:lnTo>
                    <a:pt x="11384635" y="1170724"/>
                  </a:lnTo>
                  <a:lnTo>
                    <a:pt x="11383695" y="1185148"/>
                  </a:lnTo>
                  <a:lnTo>
                    <a:pt x="11380900" y="1199167"/>
                  </a:lnTo>
                  <a:lnTo>
                    <a:pt x="11361858" y="1237517"/>
                  </a:lnTo>
                  <a:lnTo>
                    <a:pt x="11329911" y="1265758"/>
                  </a:lnTo>
                  <a:lnTo>
                    <a:pt x="11289261" y="1279588"/>
                  </a:lnTo>
                  <a:lnTo>
                    <a:pt x="11274831" y="1280528"/>
                  </a:lnTo>
                  <a:lnTo>
                    <a:pt x="109791" y="1280528"/>
                  </a:lnTo>
                  <a:lnTo>
                    <a:pt x="67882" y="1272170"/>
                  </a:lnTo>
                  <a:lnTo>
                    <a:pt x="32213" y="1248348"/>
                  </a:lnTo>
                  <a:lnTo>
                    <a:pt x="8352" y="1212795"/>
                  </a:lnTo>
                  <a:lnTo>
                    <a:pt x="0" y="117072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39724" y="4370755"/>
              <a:ext cx="2103120" cy="502920"/>
            </a:xfrm>
            <a:custGeom>
              <a:avLst/>
              <a:gdLst/>
              <a:ahLst/>
              <a:cxnLst/>
              <a:rect l="l" t="t" r="r" b="b"/>
              <a:pathLst>
                <a:path w="2103120" h="502920">
                  <a:moveTo>
                    <a:pt x="201131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40"/>
                  </a:lnTo>
                  <a:lnTo>
                    <a:pt x="0" y="411480"/>
                  </a:lnTo>
                  <a:lnTo>
                    <a:pt x="774" y="423129"/>
                  </a:lnTo>
                  <a:lnTo>
                    <a:pt x="798" y="423486"/>
                  </a:lnTo>
                  <a:lnTo>
                    <a:pt x="3075" y="434794"/>
                  </a:lnTo>
                  <a:lnTo>
                    <a:pt x="3148" y="435154"/>
                  </a:lnTo>
                  <a:lnTo>
                    <a:pt x="26679" y="476240"/>
                  </a:lnTo>
                  <a:lnTo>
                    <a:pt x="67765" y="499771"/>
                  </a:lnTo>
                  <a:lnTo>
                    <a:pt x="91440" y="502919"/>
                  </a:lnTo>
                  <a:lnTo>
                    <a:pt x="2011679" y="502564"/>
                  </a:lnTo>
                  <a:lnTo>
                    <a:pt x="2057400" y="490321"/>
                  </a:lnTo>
                  <a:lnTo>
                    <a:pt x="2090877" y="456844"/>
                  </a:lnTo>
                  <a:lnTo>
                    <a:pt x="2102247" y="423486"/>
                  </a:lnTo>
                  <a:lnTo>
                    <a:pt x="2102319" y="423129"/>
                  </a:lnTo>
                  <a:lnTo>
                    <a:pt x="2103096" y="411480"/>
                  </a:lnTo>
                  <a:lnTo>
                    <a:pt x="2103120" y="411124"/>
                  </a:lnTo>
                  <a:lnTo>
                    <a:pt x="2102751" y="91440"/>
                  </a:lnTo>
                  <a:lnTo>
                    <a:pt x="2090521" y="45719"/>
                  </a:lnTo>
                  <a:lnTo>
                    <a:pt x="2057031" y="12242"/>
                  </a:lnTo>
                  <a:lnTo>
                    <a:pt x="2023318" y="798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1E376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1267460" y="4502784"/>
            <a:ext cx="84581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Driver</a:t>
            </a:r>
            <a:r>
              <a:rPr dirty="0" sz="14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flow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Campus</a:t>
            </a:r>
            <a:r>
              <a:rPr dirty="0" spc="-25"/>
              <a:t> </a:t>
            </a:r>
            <a:r>
              <a:rPr dirty="0"/>
              <a:t>Ride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Auto-</a:t>
            </a:r>
            <a:r>
              <a:rPr dirty="0" spc="-10"/>
              <a:t>Booking</a:t>
            </a:r>
            <a:r>
              <a:rPr dirty="0" spc="-20"/>
              <a:t> Platform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Thapar</a:t>
            </a:r>
            <a:r>
              <a:rPr dirty="0" spc="-15"/>
              <a:t> </a:t>
            </a:r>
            <a:r>
              <a:rPr dirty="0" spc="-10"/>
              <a:t>University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717016" y="5004612"/>
            <a:ext cx="1004062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Phone</a:t>
            </a:r>
            <a:r>
              <a:rPr dirty="0" sz="13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OTP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verification</a:t>
            </a:r>
            <a:r>
              <a:rPr dirty="0" sz="1350" spc="2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→</a:t>
            </a:r>
            <a:r>
              <a:rPr dirty="0" sz="1350" spc="229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upload</a:t>
            </a:r>
            <a:r>
              <a:rPr dirty="0" sz="13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UPI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QR</a:t>
            </a:r>
            <a:r>
              <a:rPr dirty="0" sz="1350" spc="2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→</a:t>
            </a:r>
            <a:r>
              <a:rPr dirty="0" sz="1350" spc="2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accept</a:t>
            </a:r>
            <a:r>
              <a:rPr dirty="0" sz="13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automatic</a:t>
            </a:r>
            <a:r>
              <a:rPr dirty="0" sz="13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matches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or</a:t>
            </a:r>
            <a:r>
              <a:rPr dirty="0" sz="13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receive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dispatched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bookings</a:t>
            </a:r>
            <a:r>
              <a:rPr dirty="0" sz="1350" spc="2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→</a:t>
            </a:r>
            <a:r>
              <a:rPr dirty="0" sz="1350" spc="2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complete</a:t>
            </a:r>
            <a:r>
              <a:rPr dirty="0" sz="13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trip</a:t>
            </a:r>
            <a:r>
              <a:rPr dirty="0" sz="135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to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212733"/>
                </a:solidFill>
                <a:latin typeface="Calibri"/>
                <a:cs typeface="Calibri"/>
              </a:rPr>
              <a:t>re-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enter</a:t>
            </a:r>
            <a:r>
              <a:rPr dirty="0" sz="13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12733"/>
                </a:solidFill>
                <a:latin typeface="Calibri"/>
                <a:cs typeface="Calibri"/>
              </a:rPr>
              <a:t>the</a:t>
            </a:r>
            <a:r>
              <a:rPr dirty="0" sz="13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12733"/>
                </a:solidFill>
                <a:latin typeface="Calibri"/>
                <a:cs typeface="Calibri"/>
              </a:rPr>
              <a:t>queue.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943" y="124129"/>
            <a:ext cx="527050" cy="90043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420"/>
              </a:spcBef>
            </a:pPr>
            <a:r>
              <a:rPr dirty="0" sz="2600" spc="-370" b="1">
                <a:solidFill>
                  <a:srgbClr val="FFFFFF"/>
                </a:solidFill>
                <a:latin typeface="Times New Roman"/>
                <a:cs typeface="Times New Roman"/>
              </a:rPr>
              <a:t>CR</a:t>
            </a:r>
            <a:endParaRPr sz="2600">
              <a:latin typeface="Times New Roman"/>
              <a:cs typeface="Times New Roman"/>
            </a:endParaRPr>
          </a:p>
          <a:p>
            <a:pPr marL="106680" marR="5080" indent="-94615">
              <a:lnSpc>
                <a:spcPct val="112200"/>
              </a:lnSpc>
              <a:spcBef>
                <a:spcPts val="290"/>
              </a:spcBef>
            </a:pP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C</a:t>
            </a:r>
            <a:r>
              <a:rPr dirty="0" sz="800" spc="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A</a:t>
            </a:r>
            <a:r>
              <a:rPr dirty="0" sz="800" spc="2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M</a:t>
            </a:r>
            <a:r>
              <a:rPr dirty="0" sz="800" spc="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P</a:t>
            </a:r>
            <a:r>
              <a:rPr dirty="0" sz="800" spc="2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U</a:t>
            </a:r>
            <a:r>
              <a:rPr dirty="0" sz="800" spc="1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1C04D"/>
                </a:solidFill>
                <a:latin typeface="Calibri"/>
                <a:cs typeface="Calibri"/>
              </a:rPr>
              <a:t>S</a:t>
            </a:r>
            <a:r>
              <a:rPr dirty="0" sz="800" spc="50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R</a:t>
            </a:r>
            <a:r>
              <a:rPr dirty="0" sz="800" spc="9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I</a:t>
            </a:r>
            <a:r>
              <a:rPr dirty="0" sz="800" spc="114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1C04D"/>
                </a:solidFill>
                <a:latin typeface="Calibri"/>
                <a:cs typeface="Calibri"/>
              </a:rPr>
              <a:t>D</a:t>
            </a:r>
            <a:r>
              <a:rPr dirty="0" sz="800" spc="11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800" spc="-60" b="1">
                <a:solidFill>
                  <a:srgbClr val="F1C04D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554664" y="248944"/>
            <a:ext cx="1339215" cy="799465"/>
            <a:chOff x="10554664" y="248944"/>
            <a:chExt cx="1339215" cy="799465"/>
          </a:xfrm>
        </p:grpSpPr>
        <p:sp>
          <p:nvSpPr>
            <p:cNvPr id="4" name="object 4"/>
            <p:cNvSpPr/>
            <p:nvPr/>
          </p:nvSpPr>
          <p:spPr>
            <a:xfrm>
              <a:off x="10560964" y="255244"/>
              <a:ext cx="1326515" cy="786765"/>
            </a:xfrm>
            <a:custGeom>
              <a:avLst/>
              <a:gdLst/>
              <a:ahLst/>
              <a:cxnLst/>
              <a:rect l="l" t="t" r="r" b="b"/>
              <a:pathLst>
                <a:path w="1326515" h="78676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695159"/>
                  </a:lnTo>
                  <a:lnTo>
                    <a:pt x="798" y="707159"/>
                  </a:lnTo>
                  <a:lnTo>
                    <a:pt x="18830" y="750916"/>
                  </a:lnTo>
                  <a:lnTo>
                    <a:pt x="56505" y="779607"/>
                  </a:lnTo>
                  <a:lnTo>
                    <a:pt x="91440" y="786599"/>
                  </a:lnTo>
                  <a:lnTo>
                    <a:pt x="1234795" y="786599"/>
                  </a:lnTo>
                  <a:lnTo>
                    <a:pt x="1280515" y="774357"/>
                  </a:lnTo>
                  <a:lnTo>
                    <a:pt x="1313992" y="740879"/>
                  </a:lnTo>
                  <a:lnTo>
                    <a:pt x="1326235" y="695159"/>
                  </a:lnTo>
                  <a:lnTo>
                    <a:pt x="1326211" y="91440"/>
                  </a:lnTo>
                  <a:lnTo>
                    <a:pt x="1313992" y="46075"/>
                  </a:lnTo>
                  <a:lnTo>
                    <a:pt x="1280515" y="12598"/>
                  </a:lnTo>
                  <a:lnTo>
                    <a:pt x="123479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3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560964" y="255244"/>
              <a:ext cx="1326515" cy="786765"/>
            </a:xfrm>
            <a:custGeom>
              <a:avLst/>
              <a:gdLst/>
              <a:ahLst/>
              <a:cxnLst/>
              <a:rect l="l" t="t" r="r" b="b"/>
              <a:pathLst>
                <a:path w="1326515" h="786765">
                  <a:moveTo>
                    <a:pt x="355" y="91440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1234795" y="355"/>
                  </a:lnTo>
                  <a:lnTo>
                    <a:pt x="1280515" y="12598"/>
                  </a:lnTo>
                  <a:lnTo>
                    <a:pt x="1313992" y="46075"/>
                  </a:lnTo>
                  <a:lnTo>
                    <a:pt x="1326235" y="91795"/>
                  </a:lnTo>
                  <a:lnTo>
                    <a:pt x="1326235" y="695159"/>
                  </a:lnTo>
                  <a:lnTo>
                    <a:pt x="1325437" y="707159"/>
                  </a:lnTo>
                  <a:lnTo>
                    <a:pt x="1323086" y="718824"/>
                  </a:lnTo>
                  <a:lnTo>
                    <a:pt x="1299554" y="759909"/>
                  </a:lnTo>
                  <a:lnTo>
                    <a:pt x="1258465" y="783445"/>
                  </a:lnTo>
                  <a:lnTo>
                    <a:pt x="1234795" y="786599"/>
                  </a:lnTo>
                  <a:lnTo>
                    <a:pt x="91440" y="786599"/>
                  </a:lnTo>
                  <a:lnTo>
                    <a:pt x="45720" y="774357"/>
                  </a:lnTo>
                  <a:lnTo>
                    <a:pt x="12230" y="740879"/>
                  </a:lnTo>
                  <a:lnTo>
                    <a:pt x="0" y="695159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D5DD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638256" y="493813"/>
            <a:ext cx="97726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E3763"/>
                </a:solidFill>
                <a:latin typeface="Calibri"/>
                <a:cs typeface="Calibri"/>
              </a:rPr>
              <a:t>THAPAR</a:t>
            </a:r>
            <a:endParaRPr sz="1200">
              <a:latin typeface="Calibri"/>
              <a:cs typeface="Calibri"/>
            </a:endParaRPr>
          </a:p>
          <a:p>
            <a:pPr marL="207645">
              <a:lnSpc>
                <a:spcPts val="810"/>
              </a:lnSpc>
            </a:pPr>
            <a:r>
              <a:rPr dirty="0" sz="700" spc="-10" b="1">
                <a:solidFill>
                  <a:srgbClr val="4371A7"/>
                </a:solidFill>
                <a:latin typeface="Calibri"/>
                <a:cs typeface="Calibri"/>
              </a:rPr>
              <a:t>PROJECT</a:t>
            </a:r>
            <a:r>
              <a:rPr dirty="0" sz="700" spc="-20" b="1">
                <a:solidFill>
                  <a:srgbClr val="4371A7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4371A7"/>
                </a:solidFill>
                <a:latin typeface="Calibri"/>
                <a:cs typeface="Calibri"/>
              </a:rPr>
              <a:t>SHOWCASE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12750">
              <a:lnSpc>
                <a:spcPct val="100000"/>
              </a:lnSpc>
              <a:spcBef>
                <a:spcPts val="95"/>
              </a:spcBef>
            </a:pPr>
            <a:r>
              <a:rPr dirty="0" spc="-355"/>
              <a:t>CONCLUSION</a:t>
            </a:r>
            <a:r>
              <a:rPr dirty="0" spc="-75"/>
              <a:t> </a:t>
            </a:r>
            <a:r>
              <a:rPr dirty="0"/>
              <a:t>C</a:t>
            </a:r>
            <a:r>
              <a:rPr dirty="0" spc="-65"/>
              <a:t> </a:t>
            </a:r>
            <a:r>
              <a:rPr dirty="0" spc="-254"/>
              <a:t>FUTURE</a:t>
            </a:r>
            <a:r>
              <a:rPr dirty="0" spc="-70"/>
              <a:t> </a:t>
            </a:r>
            <a:r>
              <a:rPr dirty="0" spc="-380"/>
              <a:t>SCOPE</a:t>
            </a:r>
          </a:p>
        </p:txBody>
      </p:sp>
      <p:sp>
        <p:nvSpPr>
          <p:cNvPr id="8" name="object 8"/>
          <p:cNvSpPr/>
          <p:nvPr/>
        </p:nvSpPr>
        <p:spPr>
          <a:xfrm>
            <a:off x="-355" y="6455155"/>
            <a:ext cx="12192000" cy="402590"/>
          </a:xfrm>
          <a:custGeom>
            <a:avLst/>
            <a:gdLst/>
            <a:ahLst/>
            <a:cxnLst/>
            <a:rect l="l" t="t" r="r" b="b"/>
            <a:pathLst>
              <a:path w="12192000" h="402590">
                <a:moveTo>
                  <a:pt x="12191390" y="0"/>
                </a:moveTo>
                <a:lnTo>
                  <a:pt x="0" y="0"/>
                </a:lnTo>
                <a:lnTo>
                  <a:pt x="0" y="402120"/>
                </a:lnTo>
                <a:lnTo>
                  <a:pt x="6095873" y="402120"/>
                </a:lnTo>
                <a:lnTo>
                  <a:pt x="12191390" y="402120"/>
                </a:lnTo>
                <a:lnTo>
                  <a:pt x="12191390" y="0"/>
                </a:lnTo>
                <a:close/>
              </a:path>
            </a:pathLst>
          </a:custGeom>
          <a:solidFill>
            <a:srgbClr val="1E376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404456" y="1227416"/>
            <a:ext cx="5499735" cy="2299335"/>
            <a:chOff x="404456" y="1227416"/>
            <a:chExt cx="5499735" cy="2299335"/>
          </a:xfrm>
        </p:grpSpPr>
        <p:sp>
          <p:nvSpPr>
            <p:cNvPr id="10" name="object 10"/>
            <p:cNvSpPr/>
            <p:nvPr/>
          </p:nvSpPr>
          <p:spPr>
            <a:xfrm>
              <a:off x="410756" y="1233716"/>
              <a:ext cx="5487035" cy="2286635"/>
            </a:xfrm>
            <a:custGeom>
              <a:avLst/>
              <a:gdLst/>
              <a:ahLst/>
              <a:cxnLst/>
              <a:rect l="l" t="t" r="r" b="b"/>
              <a:pathLst>
                <a:path w="5487035" h="228663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2176564"/>
                  </a:lnTo>
                  <a:lnTo>
                    <a:pt x="939" y="2190994"/>
                  </a:lnTo>
                  <a:lnTo>
                    <a:pt x="3736" y="2205051"/>
                  </a:lnTo>
                  <a:lnTo>
                    <a:pt x="8307" y="2218485"/>
                  </a:lnTo>
                  <a:lnTo>
                    <a:pt x="8358" y="2218635"/>
                  </a:lnTo>
                  <a:lnTo>
                    <a:pt x="32224" y="2254188"/>
                  </a:lnTo>
                  <a:lnTo>
                    <a:pt x="67882" y="2278010"/>
                  </a:lnTo>
                  <a:lnTo>
                    <a:pt x="109804" y="2286368"/>
                  </a:lnTo>
                  <a:lnTo>
                    <a:pt x="5376964" y="2286368"/>
                  </a:lnTo>
                  <a:lnTo>
                    <a:pt x="5419035" y="2278010"/>
                  </a:lnTo>
                  <a:lnTo>
                    <a:pt x="5454537" y="2254188"/>
                  </a:lnTo>
                  <a:lnTo>
                    <a:pt x="5478334" y="2218635"/>
                  </a:lnTo>
                  <a:lnTo>
                    <a:pt x="5486768" y="2176564"/>
                  </a:lnTo>
                  <a:lnTo>
                    <a:pt x="5486745" y="109804"/>
                  </a:lnTo>
                  <a:lnTo>
                    <a:pt x="5478410" y="68095"/>
                  </a:lnTo>
                  <a:lnTo>
                    <a:pt x="5454543" y="32535"/>
                  </a:lnTo>
                  <a:lnTo>
                    <a:pt x="5418885" y="8721"/>
                  </a:lnTo>
                  <a:lnTo>
                    <a:pt x="53769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E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10756" y="1233716"/>
              <a:ext cx="5487035" cy="2286635"/>
            </a:xfrm>
            <a:custGeom>
              <a:avLst/>
              <a:gdLst/>
              <a:ahLst/>
              <a:cxnLst/>
              <a:rect l="l" t="t" r="r" b="b"/>
              <a:pathLst>
                <a:path w="5487035" h="228663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5376964" y="368"/>
                  </a:lnTo>
                  <a:lnTo>
                    <a:pt x="5418885" y="8721"/>
                  </a:lnTo>
                  <a:lnTo>
                    <a:pt x="5454543" y="32535"/>
                  </a:lnTo>
                  <a:lnTo>
                    <a:pt x="5478410" y="68095"/>
                  </a:lnTo>
                  <a:lnTo>
                    <a:pt x="5486768" y="110159"/>
                  </a:lnTo>
                  <a:lnTo>
                    <a:pt x="5486768" y="2176564"/>
                  </a:lnTo>
                  <a:lnTo>
                    <a:pt x="5485828" y="2190988"/>
                  </a:lnTo>
                  <a:lnTo>
                    <a:pt x="5483031" y="2205007"/>
                  </a:lnTo>
                  <a:lnTo>
                    <a:pt x="5463985" y="2243357"/>
                  </a:lnTo>
                  <a:lnTo>
                    <a:pt x="5432044" y="2271598"/>
                  </a:lnTo>
                  <a:lnTo>
                    <a:pt x="5391394" y="2285428"/>
                  </a:lnTo>
                  <a:lnTo>
                    <a:pt x="5376964" y="2286368"/>
                  </a:lnTo>
                  <a:lnTo>
                    <a:pt x="109804" y="2286368"/>
                  </a:lnTo>
                  <a:lnTo>
                    <a:pt x="67882" y="2278010"/>
                  </a:lnTo>
                  <a:lnTo>
                    <a:pt x="32224" y="2254188"/>
                  </a:lnTo>
                  <a:lnTo>
                    <a:pt x="8358" y="2218635"/>
                  </a:lnTo>
                  <a:lnTo>
                    <a:pt x="0" y="217656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E37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17016" y="1388770"/>
            <a:ext cx="4647565" cy="156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1C04D"/>
                </a:solidFill>
                <a:latin typeface="Times New Roman"/>
                <a:cs typeface="Times New Roman"/>
              </a:rPr>
              <a:t>Conclusion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12100"/>
              </a:lnSpc>
              <a:spcBef>
                <a:spcPts val="955"/>
              </a:spcBef>
            </a:pP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Campus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Ride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turns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informal,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guesswork-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driven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coordinated,</a:t>
            </a:r>
            <a:r>
              <a:rPr dirty="0" sz="13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visible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transport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platform.</a:t>
            </a:r>
            <a:r>
              <a:rPr dirty="0" sz="13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pooling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riders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intelligently, dispatching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drivers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fairly,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exposing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live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availability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tracking,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it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improves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reliability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safety</a:t>
            </a:r>
            <a:r>
              <a:rPr dirty="0" sz="1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students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dirty="0" sz="1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increasing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driver</a:t>
            </a:r>
            <a:r>
              <a:rPr dirty="0" sz="13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utilization.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4456" y="3696296"/>
            <a:ext cx="2665095" cy="2299335"/>
            <a:chOff x="404456" y="3696296"/>
            <a:chExt cx="2665095" cy="2299335"/>
          </a:xfrm>
        </p:grpSpPr>
        <p:sp>
          <p:nvSpPr>
            <p:cNvPr id="14" name="object 14"/>
            <p:cNvSpPr/>
            <p:nvPr/>
          </p:nvSpPr>
          <p:spPr>
            <a:xfrm>
              <a:off x="410756" y="3702595"/>
              <a:ext cx="2652395" cy="2286635"/>
            </a:xfrm>
            <a:custGeom>
              <a:avLst/>
              <a:gdLst/>
              <a:ahLst/>
              <a:cxnLst/>
              <a:rect l="l" t="t" r="r" b="b"/>
              <a:pathLst>
                <a:path w="2652395" h="228663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2176564"/>
                  </a:lnTo>
                  <a:lnTo>
                    <a:pt x="939" y="2190994"/>
                  </a:lnTo>
                  <a:lnTo>
                    <a:pt x="14770" y="2231644"/>
                  </a:lnTo>
                  <a:lnTo>
                    <a:pt x="43011" y="2263585"/>
                  </a:lnTo>
                  <a:lnTo>
                    <a:pt x="81360" y="2282631"/>
                  </a:lnTo>
                  <a:lnTo>
                    <a:pt x="109804" y="2286368"/>
                  </a:lnTo>
                  <a:lnTo>
                    <a:pt x="2542324" y="2286368"/>
                  </a:lnTo>
                  <a:lnTo>
                    <a:pt x="2584395" y="2278010"/>
                  </a:lnTo>
                  <a:lnTo>
                    <a:pt x="2619897" y="2254188"/>
                  </a:lnTo>
                  <a:lnTo>
                    <a:pt x="2643694" y="2218635"/>
                  </a:lnTo>
                  <a:lnTo>
                    <a:pt x="2643770" y="2218485"/>
                  </a:lnTo>
                  <a:lnTo>
                    <a:pt x="2648376" y="2205051"/>
                  </a:lnTo>
                  <a:lnTo>
                    <a:pt x="2651187" y="2190994"/>
                  </a:lnTo>
                  <a:lnTo>
                    <a:pt x="2652128" y="2176564"/>
                  </a:lnTo>
                  <a:lnTo>
                    <a:pt x="2652105" y="109804"/>
                  </a:lnTo>
                  <a:lnTo>
                    <a:pt x="2643770" y="68095"/>
                  </a:lnTo>
                  <a:lnTo>
                    <a:pt x="2619903" y="32535"/>
                  </a:lnTo>
                  <a:lnTo>
                    <a:pt x="2584245" y="8721"/>
                  </a:lnTo>
                  <a:lnTo>
                    <a:pt x="254232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10756" y="3702595"/>
              <a:ext cx="2652395" cy="2286635"/>
            </a:xfrm>
            <a:custGeom>
              <a:avLst/>
              <a:gdLst/>
              <a:ahLst/>
              <a:cxnLst/>
              <a:rect l="l" t="t" r="r" b="b"/>
              <a:pathLst>
                <a:path w="2652395" h="228663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542324" y="368"/>
                  </a:lnTo>
                  <a:lnTo>
                    <a:pt x="2584245" y="8721"/>
                  </a:lnTo>
                  <a:lnTo>
                    <a:pt x="2619903" y="32535"/>
                  </a:lnTo>
                  <a:lnTo>
                    <a:pt x="2643770" y="68095"/>
                  </a:lnTo>
                  <a:lnTo>
                    <a:pt x="2652128" y="110159"/>
                  </a:lnTo>
                  <a:lnTo>
                    <a:pt x="2652128" y="2176564"/>
                  </a:lnTo>
                  <a:lnTo>
                    <a:pt x="2651188" y="2190988"/>
                  </a:lnTo>
                  <a:lnTo>
                    <a:pt x="2648391" y="2205007"/>
                  </a:lnTo>
                  <a:lnTo>
                    <a:pt x="2629345" y="2243357"/>
                  </a:lnTo>
                  <a:lnTo>
                    <a:pt x="2597404" y="2271598"/>
                  </a:lnTo>
                  <a:lnTo>
                    <a:pt x="2556754" y="2285428"/>
                  </a:lnTo>
                  <a:lnTo>
                    <a:pt x="2542324" y="2286368"/>
                  </a:lnTo>
                  <a:lnTo>
                    <a:pt x="109804" y="2286368"/>
                  </a:lnTo>
                  <a:lnTo>
                    <a:pt x="67882" y="2278010"/>
                  </a:lnTo>
                  <a:lnTo>
                    <a:pt x="32224" y="2254188"/>
                  </a:lnTo>
                  <a:lnTo>
                    <a:pt x="8358" y="2218635"/>
                  </a:lnTo>
                  <a:lnTo>
                    <a:pt x="0" y="217656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2D5EA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40079" y="3886199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283324" y="0"/>
                  </a:moveTo>
                  <a:lnTo>
                    <a:pt x="210018" y="9582"/>
                  </a:lnTo>
                  <a:lnTo>
                    <a:pt x="141846" y="37795"/>
                  </a:lnTo>
                  <a:lnTo>
                    <a:pt x="83118" y="82888"/>
                  </a:lnTo>
                  <a:lnTo>
                    <a:pt x="38163" y="141477"/>
                  </a:lnTo>
                  <a:lnTo>
                    <a:pt x="9628" y="209972"/>
                  </a:lnTo>
                  <a:lnTo>
                    <a:pt x="0" y="283324"/>
                  </a:lnTo>
                  <a:lnTo>
                    <a:pt x="2417" y="320366"/>
                  </a:lnTo>
                  <a:lnTo>
                    <a:pt x="21565" y="391759"/>
                  </a:lnTo>
                  <a:lnTo>
                    <a:pt x="58768" y="455936"/>
                  </a:lnTo>
                  <a:lnTo>
                    <a:pt x="110911" y="508184"/>
                  </a:lnTo>
                  <a:lnTo>
                    <a:pt x="175037" y="545283"/>
                  </a:lnTo>
                  <a:lnTo>
                    <a:pt x="246282" y="564534"/>
                  </a:lnTo>
                  <a:lnTo>
                    <a:pt x="283324" y="567004"/>
                  </a:lnTo>
                  <a:lnTo>
                    <a:pt x="320571" y="564534"/>
                  </a:lnTo>
                  <a:lnTo>
                    <a:pt x="391961" y="545283"/>
                  </a:lnTo>
                  <a:lnTo>
                    <a:pt x="456092" y="508184"/>
                  </a:lnTo>
                  <a:lnTo>
                    <a:pt x="508236" y="455936"/>
                  </a:lnTo>
                  <a:lnTo>
                    <a:pt x="545433" y="391759"/>
                  </a:lnTo>
                  <a:lnTo>
                    <a:pt x="564584" y="320366"/>
                  </a:lnTo>
                  <a:lnTo>
                    <a:pt x="567004" y="283324"/>
                  </a:lnTo>
                  <a:lnTo>
                    <a:pt x="564584" y="246276"/>
                  </a:lnTo>
                  <a:lnTo>
                    <a:pt x="545433" y="174882"/>
                  </a:lnTo>
                  <a:lnTo>
                    <a:pt x="508236" y="110698"/>
                  </a:lnTo>
                  <a:lnTo>
                    <a:pt x="456092" y="58451"/>
                  </a:lnTo>
                  <a:lnTo>
                    <a:pt x="391961" y="21409"/>
                  </a:lnTo>
                  <a:lnTo>
                    <a:pt x="320571" y="2412"/>
                  </a:lnTo>
                  <a:lnTo>
                    <a:pt x="283324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160" y="4021924"/>
              <a:ext cx="294474" cy="29447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402816" y="4003103"/>
            <a:ext cx="6070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016" y="4892156"/>
            <a:ext cx="1996439" cy="639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100"/>
              </a:spcBef>
            </a:pP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Reduced</a:t>
            </a:r>
            <a:r>
              <a:rPr dirty="0" sz="1200" spc="-5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wait</a:t>
            </a:r>
            <a:r>
              <a:rPr dirty="0" sz="120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times,</a:t>
            </a:r>
            <a:r>
              <a:rPr dirty="0" sz="120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higher</a:t>
            </a:r>
            <a:r>
              <a:rPr dirty="0" sz="1200" spc="-4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E5EDFA"/>
                </a:solidFill>
                <a:latin typeface="Calibri"/>
                <a:cs typeface="Calibri"/>
              </a:rPr>
              <a:t>seat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utilization,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and</a:t>
            </a:r>
            <a:r>
              <a:rPr dirty="0" sz="1200" spc="-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E5EDFA"/>
                </a:solidFill>
                <a:latin typeface="Calibri"/>
                <a:cs typeface="Calibri"/>
              </a:rPr>
              <a:t>safer,</a:t>
            </a:r>
            <a:r>
              <a:rPr dirty="0" sz="1200" spc="-5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E5EDFA"/>
                </a:solidFill>
                <a:latin typeface="Calibri"/>
                <a:cs typeface="Calibri"/>
              </a:rPr>
              <a:t>more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predictable</a:t>
            </a:r>
            <a:r>
              <a:rPr dirty="0" sz="1200" spc="-3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E5EDFA"/>
                </a:solidFill>
                <a:latin typeface="Calibri"/>
                <a:cs typeface="Calibri"/>
              </a:rPr>
              <a:t>campus</a:t>
            </a:r>
            <a:r>
              <a:rPr dirty="0" sz="1200" spc="-20">
                <a:solidFill>
                  <a:srgbClr val="E5EDF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E5EDFA"/>
                </a:solidFill>
                <a:latin typeface="Calibri"/>
                <a:cs typeface="Calibri"/>
              </a:rPr>
              <a:t>commutes.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39096" y="3696296"/>
            <a:ext cx="2665095" cy="2299335"/>
            <a:chOff x="3239096" y="3696296"/>
            <a:chExt cx="2665095" cy="2299335"/>
          </a:xfrm>
        </p:grpSpPr>
        <p:sp>
          <p:nvSpPr>
            <p:cNvPr id="21" name="object 21"/>
            <p:cNvSpPr/>
            <p:nvPr/>
          </p:nvSpPr>
          <p:spPr>
            <a:xfrm>
              <a:off x="3245396" y="3702595"/>
              <a:ext cx="2652395" cy="2286635"/>
            </a:xfrm>
            <a:custGeom>
              <a:avLst/>
              <a:gdLst/>
              <a:ahLst/>
              <a:cxnLst/>
              <a:rect l="l" t="t" r="r" b="b"/>
              <a:pathLst>
                <a:path w="2652395" h="228663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2176564"/>
                  </a:lnTo>
                  <a:lnTo>
                    <a:pt x="939" y="2190994"/>
                  </a:lnTo>
                  <a:lnTo>
                    <a:pt x="14770" y="2231644"/>
                  </a:lnTo>
                  <a:lnTo>
                    <a:pt x="22686" y="2243357"/>
                  </a:lnTo>
                  <a:lnTo>
                    <a:pt x="22788" y="2243507"/>
                  </a:lnTo>
                  <a:lnTo>
                    <a:pt x="55079" y="2271598"/>
                  </a:lnTo>
                  <a:lnTo>
                    <a:pt x="95379" y="2285428"/>
                  </a:lnTo>
                  <a:lnTo>
                    <a:pt x="109804" y="2286368"/>
                  </a:lnTo>
                  <a:lnTo>
                    <a:pt x="2542324" y="2286368"/>
                  </a:lnTo>
                  <a:lnTo>
                    <a:pt x="2584395" y="2278010"/>
                  </a:lnTo>
                  <a:lnTo>
                    <a:pt x="2619897" y="2254188"/>
                  </a:lnTo>
                  <a:lnTo>
                    <a:pt x="2643694" y="2218635"/>
                  </a:lnTo>
                  <a:lnTo>
                    <a:pt x="2643770" y="2218485"/>
                  </a:lnTo>
                  <a:lnTo>
                    <a:pt x="2648376" y="2205051"/>
                  </a:lnTo>
                  <a:lnTo>
                    <a:pt x="2651187" y="2190994"/>
                  </a:lnTo>
                  <a:lnTo>
                    <a:pt x="2652128" y="2176564"/>
                  </a:lnTo>
                  <a:lnTo>
                    <a:pt x="2652105" y="109804"/>
                  </a:lnTo>
                  <a:lnTo>
                    <a:pt x="2643770" y="68095"/>
                  </a:lnTo>
                  <a:lnTo>
                    <a:pt x="2619903" y="32535"/>
                  </a:lnTo>
                  <a:lnTo>
                    <a:pt x="2584245" y="8721"/>
                  </a:lnTo>
                  <a:lnTo>
                    <a:pt x="254232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245396" y="3702595"/>
              <a:ext cx="2652395" cy="2286635"/>
            </a:xfrm>
            <a:custGeom>
              <a:avLst/>
              <a:gdLst/>
              <a:ahLst/>
              <a:cxnLst/>
              <a:rect l="l" t="t" r="r" b="b"/>
              <a:pathLst>
                <a:path w="2652395" h="228663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542324" y="368"/>
                  </a:lnTo>
                  <a:lnTo>
                    <a:pt x="2584245" y="8721"/>
                  </a:lnTo>
                  <a:lnTo>
                    <a:pt x="2619903" y="32535"/>
                  </a:lnTo>
                  <a:lnTo>
                    <a:pt x="2643770" y="68095"/>
                  </a:lnTo>
                  <a:lnTo>
                    <a:pt x="2652128" y="110159"/>
                  </a:lnTo>
                  <a:lnTo>
                    <a:pt x="2652128" y="2176564"/>
                  </a:lnTo>
                  <a:lnTo>
                    <a:pt x="2651188" y="2190988"/>
                  </a:lnTo>
                  <a:lnTo>
                    <a:pt x="2648391" y="2205007"/>
                  </a:lnTo>
                  <a:lnTo>
                    <a:pt x="2629345" y="2243357"/>
                  </a:lnTo>
                  <a:lnTo>
                    <a:pt x="2597404" y="2271598"/>
                  </a:lnTo>
                  <a:lnTo>
                    <a:pt x="2556754" y="2285428"/>
                  </a:lnTo>
                  <a:lnTo>
                    <a:pt x="2542324" y="2286368"/>
                  </a:lnTo>
                  <a:lnTo>
                    <a:pt x="109804" y="2286368"/>
                  </a:lnTo>
                  <a:lnTo>
                    <a:pt x="67882" y="2278010"/>
                  </a:lnTo>
                  <a:lnTo>
                    <a:pt x="32224" y="2254188"/>
                  </a:lnTo>
                  <a:lnTo>
                    <a:pt x="8358" y="2218635"/>
                  </a:lnTo>
                  <a:lnTo>
                    <a:pt x="0" y="217656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245396" y="3702595"/>
              <a:ext cx="2652395" cy="2286635"/>
            </a:xfrm>
            <a:custGeom>
              <a:avLst/>
              <a:gdLst/>
              <a:ahLst/>
              <a:cxnLst/>
              <a:rect l="l" t="t" r="r" b="b"/>
              <a:pathLst>
                <a:path w="2652395" h="228663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2176564"/>
                  </a:lnTo>
                  <a:lnTo>
                    <a:pt x="939" y="2190994"/>
                  </a:lnTo>
                  <a:lnTo>
                    <a:pt x="14770" y="2231644"/>
                  </a:lnTo>
                  <a:lnTo>
                    <a:pt x="22686" y="2243357"/>
                  </a:lnTo>
                  <a:lnTo>
                    <a:pt x="22788" y="2243507"/>
                  </a:lnTo>
                  <a:lnTo>
                    <a:pt x="55079" y="2271598"/>
                  </a:lnTo>
                  <a:lnTo>
                    <a:pt x="95379" y="2285428"/>
                  </a:lnTo>
                  <a:lnTo>
                    <a:pt x="109804" y="2286368"/>
                  </a:lnTo>
                  <a:lnTo>
                    <a:pt x="2542324" y="2286368"/>
                  </a:lnTo>
                  <a:lnTo>
                    <a:pt x="2584395" y="2278010"/>
                  </a:lnTo>
                  <a:lnTo>
                    <a:pt x="2619897" y="2254188"/>
                  </a:lnTo>
                  <a:lnTo>
                    <a:pt x="2643694" y="2218635"/>
                  </a:lnTo>
                  <a:lnTo>
                    <a:pt x="2643770" y="2218485"/>
                  </a:lnTo>
                  <a:lnTo>
                    <a:pt x="2648376" y="2205051"/>
                  </a:lnTo>
                  <a:lnTo>
                    <a:pt x="2651187" y="2190994"/>
                  </a:lnTo>
                  <a:lnTo>
                    <a:pt x="2652128" y="2176564"/>
                  </a:lnTo>
                  <a:lnTo>
                    <a:pt x="2652105" y="109804"/>
                  </a:lnTo>
                  <a:lnTo>
                    <a:pt x="2643770" y="68095"/>
                  </a:lnTo>
                  <a:lnTo>
                    <a:pt x="2619903" y="32535"/>
                  </a:lnTo>
                  <a:lnTo>
                    <a:pt x="2584245" y="8721"/>
                  </a:lnTo>
                  <a:lnTo>
                    <a:pt x="254232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245396" y="3702595"/>
              <a:ext cx="2652395" cy="2286635"/>
            </a:xfrm>
            <a:custGeom>
              <a:avLst/>
              <a:gdLst/>
              <a:ahLst/>
              <a:cxnLst/>
              <a:rect l="l" t="t" r="r" b="b"/>
              <a:pathLst>
                <a:path w="2652395" h="228663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542324" y="368"/>
                  </a:lnTo>
                  <a:lnTo>
                    <a:pt x="2584245" y="8721"/>
                  </a:lnTo>
                  <a:lnTo>
                    <a:pt x="2619903" y="32535"/>
                  </a:lnTo>
                  <a:lnTo>
                    <a:pt x="2643770" y="68095"/>
                  </a:lnTo>
                  <a:lnTo>
                    <a:pt x="2652128" y="110159"/>
                  </a:lnTo>
                  <a:lnTo>
                    <a:pt x="2652128" y="2176564"/>
                  </a:lnTo>
                  <a:lnTo>
                    <a:pt x="2651188" y="2190988"/>
                  </a:lnTo>
                  <a:lnTo>
                    <a:pt x="2648391" y="2205007"/>
                  </a:lnTo>
                  <a:lnTo>
                    <a:pt x="2629345" y="2243357"/>
                  </a:lnTo>
                  <a:lnTo>
                    <a:pt x="2597404" y="2271598"/>
                  </a:lnTo>
                  <a:lnTo>
                    <a:pt x="2556754" y="2285428"/>
                  </a:lnTo>
                  <a:lnTo>
                    <a:pt x="2542324" y="2286368"/>
                  </a:lnTo>
                  <a:lnTo>
                    <a:pt x="109804" y="2286368"/>
                  </a:lnTo>
                  <a:lnTo>
                    <a:pt x="67882" y="2278010"/>
                  </a:lnTo>
                  <a:lnTo>
                    <a:pt x="32224" y="2254188"/>
                  </a:lnTo>
                  <a:lnTo>
                    <a:pt x="8358" y="2218635"/>
                  </a:lnTo>
                  <a:lnTo>
                    <a:pt x="0" y="217656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474720" y="3886199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283679" y="0"/>
                  </a:moveTo>
                  <a:lnTo>
                    <a:pt x="210062" y="9582"/>
                  </a:lnTo>
                  <a:lnTo>
                    <a:pt x="141846" y="37795"/>
                  </a:lnTo>
                  <a:lnTo>
                    <a:pt x="83118" y="82888"/>
                  </a:lnTo>
                  <a:lnTo>
                    <a:pt x="38163" y="141477"/>
                  </a:lnTo>
                  <a:lnTo>
                    <a:pt x="9628" y="209972"/>
                  </a:lnTo>
                  <a:lnTo>
                    <a:pt x="0" y="283324"/>
                  </a:lnTo>
                  <a:lnTo>
                    <a:pt x="2417" y="320366"/>
                  </a:lnTo>
                  <a:lnTo>
                    <a:pt x="21565" y="391759"/>
                  </a:lnTo>
                  <a:lnTo>
                    <a:pt x="58768" y="455936"/>
                  </a:lnTo>
                  <a:lnTo>
                    <a:pt x="110911" y="508184"/>
                  </a:lnTo>
                  <a:lnTo>
                    <a:pt x="175043" y="545283"/>
                  </a:lnTo>
                  <a:lnTo>
                    <a:pt x="246432" y="564534"/>
                  </a:lnTo>
                  <a:lnTo>
                    <a:pt x="283679" y="567004"/>
                  </a:lnTo>
                  <a:lnTo>
                    <a:pt x="320721" y="564534"/>
                  </a:lnTo>
                  <a:lnTo>
                    <a:pt x="391966" y="545283"/>
                  </a:lnTo>
                  <a:lnTo>
                    <a:pt x="456092" y="508184"/>
                  </a:lnTo>
                  <a:lnTo>
                    <a:pt x="508236" y="455936"/>
                  </a:lnTo>
                  <a:lnTo>
                    <a:pt x="545433" y="391759"/>
                  </a:lnTo>
                  <a:lnTo>
                    <a:pt x="564584" y="320366"/>
                  </a:lnTo>
                  <a:lnTo>
                    <a:pt x="567004" y="283324"/>
                  </a:lnTo>
                  <a:lnTo>
                    <a:pt x="564584" y="246276"/>
                  </a:lnTo>
                  <a:lnTo>
                    <a:pt x="545433" y="174882"/>
                  </a:lnTo>
                  <a:lnTo>
                    <a:pt x="508236" y="110698"/>
                  </a:lnTo>
                  <a:lnTo>
                    <a:pt x="456092" y="58451"/>
                  </a:lnTo>
                  <a:lnTo>
                    <a:pt x="391966" y="21409"/>
                  </a:lnTo>
                  <a:lnTo>
                    <a:pt x="320721" y="2412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DBE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0800" y="4021924"/>
              <a:ext cx="294474" cy="29447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237456" y="4010659"/>
            <a:ext cx="10121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E3763"/>
                </a:solidFill>
                <a:latin typeface="Calibri"/>
                <a:cs typeface="Calibri"/>
              </a:rPr>
              <a:t>Live</a:t>
            </a:r>
            <a:r>
              <a:rPr dirty="0" sz="1500" spc="-45" b="1">
                <a:solidFill>
                  <a:srgbClr val="1E3763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3763"/>
                </a:solidFill>
                <a:latin typeface="Calibri"/>
                <a:cs typeface="Calibri"/>
              </a:rPr>
              <a:t>tracking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51656" y="4806693"/>
            <a:ext cx="1994535" cy="810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900"/>
              </a:lnSpc>
              <a:spcBef>
                <a:spcPts val="100"/>
              </a:spcBef>
            </a:pPr>
            <a:r>
              <a:rPr dirty="0" sz="1150" spc="-10">
                <a:solidFill>
                  <a:srgbClr val="212733"/>
                </a:solidFill>
                <a:latin typeface="Calibri"/>
                <a:cs typeface="Calibri"/>
              </a:rPr>
              <a:t>Integrated</a:t>
            </a:r>
            <a:r>
              <a:rPr dirty="0" sz="1150" spc="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212733"/>
                </a:solidFill>
                <a:latin typeface="Calibri"/>
                <a:cs typeface="Calibri"/>
              </a:rPr>
              <a:t>end-to-</a:t>
            </a:r>
            <a:r>
              <a:rPr dirty="0" sz="1150">
                <a:solidFill>
                  <a:srgbClr val="212733"/>
                </a:solidFill>
                <a:latin typeface="Calibri"/>
                <a:cs typeface="Calibri"/>
              </a:rPr>
              <a:t>end:</a:t>
            </a:r>
            <a:r>
              <a:rPr dirty="0" sz="1150" spc="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212733"/>
                </a:solidFill>
                <a:latin typeface="Calibri"/>
                <a:cs typeface="Calibri"/>
              </a:rPr>
              <a:t>real-</a:t>
            </a:r>
            <a:r>
              <a:rPr dirty="0" sz="1150" spc="-20">
                <a:solidFill>
                  <a:srgbClr val="212733"/>
                </a:solidFill>
                <a:latin typeface="Calibri"/>
                <a:cs typeface="Calibri"/>
              </a:rPr>
              <a:t>time </a:t>
            </a:r>
            <a:r>
              <a:rPr dirty="0" sz="1150">
                <a:solidFill>
                  <a:srgbClr val="212733"/>
                </a:solidFill>
                <a:latin typeface="Calibri"/>
                <a:cs typeface="Calibri"/>
              </a:rPr>
              <a:t>vehicle</a:t>
            </a:r>
            <a:r>
              <a:rPr dirty="0" sz="115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212733"/>
                </a:solidFill>
                <a:latin typeface="Calibri"/>
                <a:cs typeface="Calibri"/>
              </a:rPr>
              <a:t>location</a:t>
            </a:r>
            <a:r>
              <a:rPr dirty="0" sz="11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12733"/>
                </a:solidFill>
                <a:latin typeface="Calibri"/>
                <a:cs typeface="Calibri"/>
              </a:rPr>
              <a:t>is</a:t>
            </a:r>
            <a:r>
              <a:rPr dirty="0" sz="11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12733"/>
                </a:solidFill>
                <a:latin typeface="Calibri"/>
                <a:cs typeface="Calibri"/>
              </a:rPr>
              <a:t>available</a:t>
            </a:r>
            <a:r>
              <a:rPr dirty="0" sz="1150" spc="-2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212733"/>
                </a:solidFill>
                <a:latin typeface="Calibri"/>
                <a:cs typeface="Calibri"/>
              </a:rPr>
              <a:t>to </a:t>
            </a:r>
            <a:r>
              <a:rPr dirty="0" sz="1150">
                <a:solidFill>
                  <a:srgbClr val="212733"/>
                </a:solidFill>
                <a:latin typeface="Calibri"/>
                <a:cs typeface="Calibri"/>
              </a:rPr>
              <a:t>students</a:t>
            </a:r>
            <a:r>
              <a:rPr dirty="0" sz="115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12733"/>
                </a:solidFill>
                <a:latin typeface="Calibri"/>
                <a:cs typeface="Calibri"/>
              </a:rPr>
              <a:t>and</a:t>
            </a:r>
            <a:r>
              <a:rPr dirty="0" sz="11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12733"/>
                </a:solidFill>
                <a:latin typeface="Calibri"/>
                <a:cs typeface="Calibri"/>
              </a:rPr>
              <a:t>admins</a:t>
            </a:r>
            <a:r>
              <a:rPr dirty="0" sz="11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212733"/>
                </a:solidFill>
                <a:latin typeface="Calibri"/>
                <a:cs typeface="Calibri"/>
              </a:rPr>
              <a:t>from </a:t>
            </a:r>
            <a:r>
              <a:rPr dirty="0" sz="1150">
                <a:solidFill>
                  <a:srgbClr val="212733"/>
                </a:solidFill>
                <a:latin typeface="Calibri"/>
                <a:cs typeface="Calibri"/>
              </a:rPr>
              <a:t>booking</a:t>
            </a:r>
            <a:r>
              <a:rPr dirty="0" sz="11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12733"/>
                </a:solidFill>
                <a:latin typeface="Calibri"/>
                <a:cs typeface="Calibri"/>
              </a:rPr>
              <a:t>through</a:t>
            </a:r>
            <a:r>
              <a:rPr dirty="0" sz="11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12733"/>
                </a:solidFill>
                <a:latin typeface="Calibri"/>
                <a:cs typeface="Calibri"/>
              </a:rPr>
              <a:t>trip</a:t>
            </a:r>
            <a:r>
              <a:rPr dirty="0" sz="115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212733"/>
                </a:solidFill>
                <a:latin typeface="Calibri"/>
                <a:cs typeface="Calibri"/>
              </a:rPr>
              <a:t>completion.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074054" y="1227366"/>
            <a:ext cx="5728335" cy="4768215"/>
            <a:chOff x="6074054" y="1227366"/>
            <a:chExt cx="5728335" cy="4768215"/>
          </a:xfrm>
        </p:grpSpPr>
        <p:sp>
          <p:nvSpPr>
            <p:cNvPr id="30" name="object 30"/>
            <p:cNvSpPr/>
            <p:nvPr/>
          </p:nvSpPr>
          <p:spPr>
            <a:xfrm>
              <a:off x="6080404" y="1233716"/>
              <a:ext cx="5715635" cy="4755515"/>
            </a:xfrm>
            <a:custGeom>
              <a:avLst/>
              <a:gdLst/>
              <a:ahLst/>
              <a:cxnLst/>
              <a:rect l="l" t="t" r="r" b="b"/>
              <a:pathLst>
                <a:path w="5715634" h="475551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4645444"/>
                  </a:lnTo>
                  <a:lnTo>
                    <a:pt x="939" y="4659874"/>
                  </a:lnTo>
                  <a:lnTo>
                    <a:pt x="14757" y="4700524"/>
                  </a:lnTo>
                  <a:lnTo>
                    <a:pt x="43003" y="4732465"/>
                  </a:lnTo>
                  <a:lnTo>
                    <a:pt x="81359" y="4751511"/>
                  </a:lnTo>
                  <a:lnTo>
                    <a:pt x="109791" y="4755248"/>
                  </a:lnTo>
                  <a:lnTo>
                    <a:pt x="5605551" y="4755248"/>
                  </a:lnTo>
                  <a:lnTo>
                    <a:pt x="5647622" y="4746890"/>
                  </a:lnTo>
                  <a:lnTo>
                    <a:pt x="5683126" y="4723068"/>
                  </a:lnTo>
                  <a:lnTo>
                    <a:pt x="5706927" y="4687515"/>
                  </a:lnTo>
                  <a:lnTo>
                    <a:pt x="5715355" y="4645444"/>
                  </a:lnTo>
                  <a:lnTo>
                    <a:pt x="5715332" y="109804"/>
                  </a:lnTo>
                  <a:lnTo>
                    <a:pt x="5707002" y="68095"/>
                  </a:lnTo>
                  <a:lnTo>
                    <a:pt x="5683132" y="32535"/>
                  </a:lnTo>
                  <a:lnTo>
                    <a:pt x="5647472" y="8721"/>
                  </a:lnTo>
                  <a:lnTo>
                    <a:pt x="56055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080404" y="1233716"/>
              <a:ext cx="5715635" cy="4755515"/>
            </a:xfrm>
            <a:custGeom>
              <a:avLst/>
              <a:gdLst/>
              <a:ahLst/>
              <a:cxnLst/>
              <a:rect l="l" t="t" r="r" b="b"/>
              <a:pathLst>
                <a:path w="5715634" h="475551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5605551" y="368"/>
                  </a:lnTo>
                  <a:lnTo>
                    <a:pt x="5647472" y="8721"/>
                  </a:lnTo>
                  <a:lnTo>
                    <a:pt x="5683132" y="32535"/>
                  </a:lnTo>
                  <a:lnTo>
                    <a:pt x="5707002" y="68095"/>
                  </a:lnTo>
                  <a:lnTo>
                    <a:pt x="5715355" y="110159"/>
                  </a:lnTo>
                  <a:lnTo>
                    <a:pt x="5715355" y="4645444"/>
                  </a:lnTo>
                  <a:lnTo>
                    <a:pt x="5714415" y="4659868"/>
                  </a:lnTo>
                  <a:lnTo>
                    <a:pt x="5711620" y="4673887"/>
                  </a:lnTo>
                  <a:lnTo>
                    <a:pt x="5692578" y="4712237"/>
                  </a:lnTo>
                  <a:lnTo>
                    <a:pt x="5660631" y="4740478"/>
                  </a:lnTo>
                  <a:lnTo>
                    <a:pt x="5619981" y="4754308"/>
                  </a:lnTo>
                  <a:lnTo>
                    <a:pt x="5605551" y="4755248"/>
                  </a:lnTo>
                  <a:lnTo>
                    <a:pt x="109791" y="4755248"/>
                  </a:lnTo>
                  <a:lnTo>
                    <a:pt x="67882" y="4746890"/>
                  </a:lnTo>
                  <a:lnTo>
                    <a:pt x="32213" y="4723068"/>
                  </a:lnTo>
                  <a:lnTo>
                    <a:pt x="8352" y="4687515"/>
                  </a:lnTo>
                  <a:lnTo>
                    <a:pt x="0" y="464544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080404" y="1233716"/>
              <a:ext cx="5715635" cy="4755515"/>
            </a:xfrm>
            <a:custGeom>
              <a:avLst/>
              <a:gdLst/>
              <a:ahLst/>
              <a:cxnLst/>
              <a:rect l="l" t="t" r="r" b="b"/>
              <a:pathLst>
                <a:path w="5715634" h="475551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4645444"/>
                  </a:lnTo>
                  <a:lnTo>
                    <a:pt x="939" y="4659874"/>
                  </a:lnTo>
                  <a:lnTo>
                    <a:pt x="14757" y="4700524"/>
                  </a:lnTo>
                  <a:lnTo>
                    <a:pt x="43003" y="4732465"/>
                  </a:lnTo>
                  <a:lnTo>
                    <a:pt x="81359" y="4751511"/>
                  </a:lnTo>
                  <a:lnTo>
                    <a:pt x="109791" y="4755248"/>
                  </a:lnTo>
                  <a:lnTo>
                    <a:pt x="5605551" y="4755248"/>
                  </a:lnTo>
                  <a:lnTo>
                    <a:pt x="5647622" y="4746890"/>
                  </a:lnTo>
                  <a:lnTo>
                    <a:pt x="5683126" y="4723068"/>
                  </a:lnTo>
                  <a:lnTo>
                    <a:pt x="5706927" y="4687515"/>
                  </a:lnTo>
                  <a:lnTo>
                    <a:pt x="5715355" y="4645444"/>
                  </a:lnTo>
                  <a:lnTo>
                    <a:pt x="5715332" y="109804"/>
                  </a:lnTo>
                  <a:lnTo>
                    <a:pt x="5707002" y="68095"/>
                  </a:lnTo>
                  <a:lnTo>
                    <a:pt x="5683132" y="32535"/>
                  </a:lnTo>
                  <a:lnTo>
                    <a:pt x="5647472" y="8721"/>
                  </a:lnTo>
                  <a:lnTo>
                    <a:pt x="5605551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3F6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080404" y="1233716"/>
              <a:ext cx="5715635" cy="4755515"/>
            </a:xfrm>
            <a:custGeom>
              <a:avLst/>
              <a:gdLst/>
              <a:ahLst/>
              <a:cxnLst/>
              <a:rect l="l" t="t" r="r" b="b"/>
              <a:pathLst>
                <a:path w="5715634" h="475551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5605551" y="368"/>
                  </a:lnTo>
                  <a:lnTo>
                    <a:pt x="5647472" y="8721"/>
                  </a:lnTo>
                  <a:lnTo>
                    <a:pt x="5683132" y="32535"/>
                  </a:lnTo>
                  <a:lnTo>
                    <a:pt x="5707002" y="68095"/>
                  </a:lnTo>
                  <a:lnTo>
                    <a:pt x="5715355" y="110159"/>
                  </a:lnTo>
                  <a:lnTo>
                    <a:pt x="5715355" y="4645444"/>
                  </a:lnTo>
                  <a:lnTo>
                    <a:pt x="5714415" y="4659868"/>
                  </a:lnTo>
                  <a:lnTo>
                    <a:pt x="5711620" y="4673887"/>
                  </a:lnTo>
                  <a:lnTo>
                    <a:pt x="5692578" y="4712237"/>
                  </a:lnTo>
                  <a:lnTo>
                    <a:pt x="5660631" y="4740478"/>
                  </a:lnTo>
                  <a:lnTo>
                    <a:pt x="5619981" y="4754308"/>
                  </a:lnTo>
                  <a:lnTo>
                    <a:pt x="5605551" y="4755248"/>
                  </a:lnTo>
                  <a:lnTo>
                    <a:pt x="109791" y="4755248"/>
                  </a:lnTo>
                  <a:lnTo>
                    <a:pt x="67882" y="4746890"/>
                  </a:lnTo>
                  <a:lnTo>
                    <a:pt x="32213" y="4723068"/>
                  </a:lnTo>
                  <a:lnTo>
                    <a:pt x="8352" y="4687515"/>
                  </a:lnTo>
                  <a:lnTo>
                    <a:pt x="0" y="4645444"/>
                  </a:lnTo>
                  <a:lnTo>
                    <a:pt x="355" y="109804"/>
                  </a:lnTo>
                  <a:close/>
                </a:path>
              </a:pathLst>
            </a:custGeom>
            <a:ln w="12599">
              <a:solidFill>
                <a:srgbClr val="D5DF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309004" y="1417319"/>
              <a:ext cx="2926080" cy="502920"/>
            </a:xfrm>
            <a:custGeom>
              <a:avLst/>
              <a:gdLst/>
              <a:ahLst/>
              <a:cxnLst/>
              <a:rect l="l" t="t" r="r" b="b"/>
              <a:pathLst>
                <a:path w="2926079" h="502919">
                  <a:moveTo>
                    <a:pt x="28342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411479"/>
                  </a:lnTo>
                  <a:lnTo>
                    <a:pt x="774" y="423124"/>
                  </a:lnTo>
                  <a:lnTo>
                    <a:pt x="798" y="423485"/>
                  </a:lnTo>
                  <a:lnTo>
                    <a:pt x="3075" y="434789"/>
                  </a:lnTo>
                  <a:lnTo>
                    <a:pt x="3148" y="435149"/>
                  </a:lnTo>
                  <a:lnTo>
                    <a:pt x="6859" y="446051"/>
                  </a:lnTo>
                  <a:lnTo>
                    <a:pt x="6981" y="446409"/>
                  </a:lnTo>
                  <a:lnTo>
                    <a:pt x="12230" y="457200"/>
                  </a:lnTo>
                  <a:lnTo>
                    <a:pt x="45720" y="490677"/>
                  </a:lnTo>
                  <a:lnTo>
                    <a:pt x="91439" y="502919"/>
                  </a:lnTo>
                  <a:lnTo>
                    <a:pt x="2834640" y="502564"/>
                  </a:lnTo>
                  <a:lnTo>
                    <a:pt x="2880360" y="490321"/>
                  </a:lnTo>
                  <a:lnTo>
                    <a:pt x="2913837" y="456844"/>
                  </a:lnTo>
                  <a:lnTo>
                    <a:pt x="2922802" y="435149"/>
                  </a:lnTo>
                  <a:lnTo>
                    <a:pt x="2922925" y="434789"/>
                  </a:lnTo>
                  <a:lnTo>
                    <a:pt x="2925206" y="423485"/>
                  </a:lnTo>
                  <a:lnTo>
                    <a:pt x="2925279" y="423124"/>
                  </a:lnTo>
                  <a:lnTo>
                    <a:pt x="2926056" y="411479"/>
                  </a:lnTo>
                  <a:lnTo>
                    <a:pt x="2926080" y="411124"/>
                  </a:lnTo>
                  <a:lnTo>
                    <a:pt x="2925711" y="91439"/>
                  </a:lnTo>
                  <a:lnTo>
                    <a:pt x="2913481" y="45719"/>
                  </a:lnTo>
                  <a:lnTo>
                    <a:pt x="2879991" y="12242"/>
                  </a:lnTo>
                  <a:lnTo>
                    <a:pt x="2846278" y="798"/>
                  </a:lnTo>
                  <a:lnTo>
                    <a:pt x="2834271" y="0"/>
                  </a:lnTo>
                  <a:close/>
                </a:path>
              </a:pathLst>
            </a:custGeom>
            <a:solidFill>
              <a:srgbClr val="1E37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382080" y="149004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80" y="0"/>
                  </a:moveTo>
                  <a:lnTo>
                    <a:pt x="135540" y="6165"/>
                  </a:lnTo>
                  <a:lnTo>
                    <a:pt x="91439" y="24485"/>
                  </a:lnTo>
                  <a:lnTo>
                    <a:pt x="53638" y="53638"/>
                  </a:lnTo>
                  <a:lnTo>
                    <a:pt x="24485" y="91439"/>
                  </a:lnTo>
                  <a:lnTo>
                    <a:pt x="6165" y="135540"/>
                  </a:lnTo>
                  <a:lnTo>
                    <a:pt x="0" y="182879"/>
                  </a:lnTo>
                  <a:lnTo>
                    <a:pt x="1547" y="206786"/>
                  </a:lnTo>
                  <a:lnTo>
                    <a:pt x="13823" y="252842"/>
                  </a:lnTo>
                  <a:lnTo>
                    <a:pt x="37879" y="294200"/>
                  </a:lnTo>
                  <a:lnTo>
                    <a:pt x="71559" y="327880"/>
                  </a:lnTo>
                  <a:lnTo>
                    <a:pt x="112917" y="351936"/>
                  </a:lnTo>
                  <a:lnTo>
                    <a:pt x="158973" y="364212"/>
                  </a:lnTo>
                  <a:lnTo>
                    <a:pt x="182880" y="365759"/>
                  </a:lnTo>
                  <a:lnTo>
                    <a:pt x="206786" y="364212"/>
                  </a:lnTo>
                  <a:lnTo>
                    <a:pt x="252842" y="351936"/>
                  </a:lnTo>
                  <a:lnTo>
                    <a:pt x="294200" y="327880"/>
                  </a:lnTo>
                  <a:lnTo>
                    <a:pt x="327880" y="294200"/>
                  </a:lnTo>
                  <a:lnTo>
                    <a:pt x="351936" y="252842"/>
                  </a:lnTo>
                  <a:lnTo>
                    <a:pt x="364212" y="206786"/>
                  </a:lnTo>
                  <a:lnTo>
                    <a:pt x="365760" y="182879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80" y="71559"/>
                  </a:lnTo>
                  <a:lnTo>
                    <a:pt x="294200" y="37879"/>
                  </a:lnTo>
                  <a:lnTo>
                    <a:pt x="252842" y="13823"/>
                  </a:lnTo>
                  <a:lnTo>
                    <a:pt x="206786" y="1547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2341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0281" y="1577873"/>
              <a:ext cx="189725" cy="189725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889216" y="1556905"/>
            <a:ext cx="162623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Calibri"/>
                <a:cs typeface="Calibri"/>
              </a:rPr>
              <a:t>Planned</a:t>
            </a:r>
            <a:r>
              <a:rPr dirty="0" sz="13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enhancements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09359" y="2203195"/>
            <a:ext cx="5257800" cy="3603625"/>
            <a:chOff x="6309359" y="2203195"/>
            <a:chExt cx="5257800" cy="3603625"/>
          </a:xfrm>
        </p:grpSpPr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0444" y="2203195"/>
              <a:ext cx="146151" cy="14616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0444" y="2916720"/>
              <a:ext cx="146151" cy="1461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0444" y="3629875"/>
              <a:ext cx="146151" cy="14616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00444" y="4343044"/>
              <a:ext cx="146151" cy="14615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309359" y="5212079"/>
              <a:ext cx="5257800" cy="594360"/>
            </a:xfrm>
            <a:custGeom>
              <a:avLst/>
              <a:gdLst/>
              <a:ahLst/>
              <a:cxnLst/>
              <a:rect l="l" t="t" r="r" b="b"/>
              <a:pathLst>
                <a:path w="5257800" h="594360">
                  <a:moveTo>
                    <a:pt x="516600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40"/>
                  </a:lnTo>
                  <a:lnTo>
                    <a:pt x="0" y="502920"/>
                  </a:lnTo>
                  <a:lnTo>
                    <a:pt x="774" y="514564"/>
                  </a:lnTo>
                  <a:lnTo>
                    <a:pt x="798" y="514925"/>
                  </a:lnTo>
                  <a:lnTo>
                    <a:pt x="3076" y="526229"/>
                  </a:lnTo>
                  <a:lnTo>
                    <a:pt x="3149" y="526589"/>
                  </a:lnTo>
                  <a:lnTo>
                    <a:pt x="6864" y="537491"/>
                  </a:lnTo>
                  <a:lnTo>
                    <a:pt x="35676" y="575523"/>
                  </a:lnTo>
                  <a:lnTo>
                    <a:pt x="79434" y="593561"/>
                  </a:lnTo>
                  <a:lnTo>
                    <a:pt x="91439" y="594360"/>
                  </a:lnTo>
                  <a:lnTo>
                    <a:pt x="5166360" y="594004"/>
                  </a:lnTo>
                  <a:lnTo>
                    <a:pt x="5212080" y="581761"/>
                  </a:lnTo>
                  <a:lnTo>
                    <a:pt x="5245557" y="548284"/>
                  </a:lnTo>
                  <a:lnTo>
                    <a:pt x="5254527" y="526589"/>
                  </a:lnTo>
                  <a:lnTo>
                    <a:pt x="5254650" y="526229"/>
                  </a:lnTo>
                  <a:lnTo>
                    <a:pt x="5256928" y="514925"/>
                  </a:lnTo>
                  <a:lnTo>
                    <a:pt x="5257001" y="514564"/>
                  </a:lnTo>
                  <a:lnTo>
                    <a:pt x="5257776" y="502920"/>
                  </a:lnTo>
                  <a:lnTo>
                    <a:pt x="5257444" y="91440"/>
                  </a:lnTo>
                  <a:lnTo>
                    <a:pt x="5245201" y="45720"/>
                  </a:lnTo>
                  <a:lnTo>
                    <a:pt x="5211724" y="12242"/>
                  </a:lnTo>
                  <a:lnTo>
                    <a:pt x="5178004" y="798"/>
                  </a:lnTo>
                  <a:lnTo>
                    <a:pt x="5166004" y="0"/>
                  </a:lnTo>
                  <a:close/>
                </a:path>
              </a:pathLst>
            </a:custGeom>
            <a:solidFill>
              <a:srgbClr val="2D5E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752425" y="2180706"/>
            <a:ext cx="4705350" cy="462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dirty="0" sz="1300" spc="-25">
                <a:solidFill>
                  <a:srgbClr val="212733"/>
                </a:solidFill>
                <a:latin typeface="Calibri"/>
                <a:cs typeface="Calibri"/>
              </a:rPr>
              <a:t>Server-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verified</a:t>
            </a:r>
            <a:r>
              <a:rPr dirty="0" sz="1300" spc="-1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212733"/>
                </a:solidFill>
                <a:latin typeface="Calibri"/>
                <a:cs typeface="Calibri"/>
              </a:rPr>
              <a:t>in-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app</a:t>
            </a:r>
            <a:r>
              <a:rPr dirty="0" sz="1300" spc="-2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payments</a:t>
            </a:r>
            <a:r>
              <a:rPr dirty="0" sz="1300" spc="-1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(Razorpay</a:t>
            </a:r>
            <a:r>
              <a:rPr dirty="0" sz="1300" spc="-2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/</a:t>
            </a:r>
            <a:r>
              <a:rPr dirty="0" sz="1300" spc="-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Cashfree)</a:t>
            </a:r>
            <a:r>
              <a:rPr dirty="0" sz="130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so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 students</a:t>
            </a:r>
            <a:r>
              <a:rPr dirty="0" sz="1300" spc="-1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212733"/>
                </a:solidFill>
                <a:latin typeface="Calibri"/>
                <a:cs typeface="Calibri"/>
              </a:rPr>
              <a:t>pay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within</a:t>
            </a:r>
            <a:r>
              <a:rPr dirty="0" sz="1300" spc="-5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the</a:t>
            </a:r>
            <a:r>
              <a:rPr dirty="0" sz="1300" spc="-5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212733"/>
                </a:solidFill>
                <a:latin typeface="Calibri"/>
                <a:cs typeface="Calibri"/>
              </a:rPr>
              <a:t>app.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Campus</a:t>
            </a:r>
            <a:r>
              <a:rPr dirty="0" spc="-25"/>
              <a:t> </a:t>
            </a:r>
            <a:r>
              <a:rPr dirty="0"/>
              <a:t>Ride</a:t>
            </a:r>
            <a:r>
              <a:rPr dirty="0" spc="-15"/>
              <a:t> </a:t>
            </a:r>
            <a:r>
              <a:rPr dirty="0"/>
              <a:t>—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Auto-</a:t>
            </a:r>
            <a:r>
              <a:rPr dirty="0" spc="-10"/>
              <a:t>Booking</a:t>
            </a:r>
            <a:r>
              <a:rPr dirty="0" spc="-20"/>
              <a:t> Platform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Thapar</a:t>
            </a:r>
            <a:r>
              <a:rPr dirty="0" spc="-15"/>
              <a:t> </a:t>
            </a:r>
            <a:r>
              <a:rPr dirty="0" spc="-10"/>
              <a:t>University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6752425" y="2893862"/>
            <a:ext cx="4660265" cy="9569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Push</a:t>
            </a:r>
            <a:r>
              <a:rPr dirty="0" sz="1300" spc="-5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notifications</a:t>
            </a:r>
            <a:r>
              <a:rPr dirty="0" sz="1300" spc="-5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for</a:t>
            </a:r>
            <a:r>
              <a:rPr dirty="0" sz="130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booking</a:t>
            </a:r>
            <a:r>
              <a:rPr dirty="0" sz="130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confirmations,</a:t>
            </a:r>
            <a:r>
              <a:rPr dirty="0" sz="130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queue</a:t>
            </a:r>
            <a:r>
              <a:rPr dirty="0" sz="1300" spc="-5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updates,</a:t>
            </a:r>
            <a:r>
              <a:rPr dirty="0" sz="130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and</a:t>
            </a:r>
            <a:r>
              <a:rPr dirty="0" sz="1300" spc="-5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212733"/>
                </a:solidFill>
                <a:latin typeface="Calibri"/>
                <a:cs typeface="Calibri"/>
              </a:rPr>
              <a:t>ETA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alerts.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Driver</a:t>
            </a:r>
            <a:r>
              <a:rPr dirty="0" sz="130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ratings</a:t>
            </a:r>
            <a:r>
              <a:rPr dirty="0" sz="130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and</a:t>
            </a:r>
            <a:r>
              <a:rPr dirty="0" sz="130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a</a:t>
            </a:r>
            <a:r>
              <a:rPr dirty="0" sz="130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trip-feedback</a:t>
            </a:r>
            <a:r>
              <a:rPr dirty="0" sz="1300" spc="-3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loop</a:t>
            </a:r>
            <a:r>
              <a:rPr dirty="0" sz="130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to</a:t>
            </a:r>
            <a:r>
              <a:rPr dirty="0" sz="130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improve</a:t>
            </a:r>
            <a:r>
              <a:rPr dirty="0" sz="1300" spc="-4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quality</a:t>
            </a:r>
            <a:r>
              <a:rPr dirty="0" sz="130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and</a:t>
            </a:r>
            <a:r>
              <a:rPr dirty="0" sz="1300" spc="-4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safety.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52425" y="4320542"/>
            <a:ext cx="4699000" cy="462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Enhanced</a:t>
            </a:r>
            <a:r>
              <a:rPr dirty="0" sz="130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admin</a:t>
            </a:r>
            <a:r>
              <a:rPr dirty="0" sz="130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dashboard</a:t>
            </a:r>
            <a:r>
              <a:rPr dirty="0" sz="130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with</a:t>
            </a:r>
            <a:r>
              <a:rPr dirty="0" sz="1300" spc="-3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212733"/>
                </a:solidFill>
                <a:latin typeface="Calibri"/>
                <a:cs typeface="Calibri"/>
              </a:rPr>
              <a:t>campus-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wide</a:t>
            </a:r>
            <a:r>
              <a:rPr dirty="0" sz="130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live-tracking</a:t>
            </a:r>
            <a:r>
              <a:rPr dirty="0" sz="1300" spc="-2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heatmaps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and</a:t>
            </a:r>
            <a:r>
              <a:rPr dirty="0" sz="1300" spc="-65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12733"/>
                </a:solidFill>
                <a:latin typeface="Calibri"/>
                <a:cs typeface="Calibri"/>
              </a:rPr>
              <a:t>usage</a:t>
            </a:r>
            <a:r>
              <a:rPr dirty="0" sz="1300" spc="-60">
                <a:solidFill>
                  <a:srgbClr val="212733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12733"/>
                </a:solidFill>
                <a:latin typeface="Calibri"/>
                <a:cs typeface="Calibri"/>
              </a:rPr>
              <a:t>analytics.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569176" y="5321058"/>
            <a:ext cx="453326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F1C04D"/>
                </a:solidFill>
                <a:latin typeface="Calibri"/>
                <a:cs typeface="Calibri"/>
              </a:rPr>
              <a:t>Next</a:t>
            </a:r>
            <a:r>
              <a:rPr dirty="0" sz="1150" spc="-35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F1C04D"/>
                </a:solidFill>
                <a:latin typeface="Calibri"/>
                <a:cs typeface="Calibri"/>
              </a:rPr>
              <a:t>steps:</a:t>
            </a:r>
            <a:r>
              <a:rPr dirty="0" sz="1150" spc="200" b="1">
                <a:solidFill>
                  <a:srgbClr val="F1C04D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pilot</a:t>
            </a:r>
            <a:r>
              <a:rPr dirty="0" sz="11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1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selected</a:t>
            </a:r>
            <a:r>
              <a:rPr dirty="0" sz="11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hostels,</a:t>
            </a:r>
            <a:r>
              <a:rPr dirty="0" sz="11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gather</a:t>
            </a:r>
            <a:r>
              <a:rPr dirty="0" sz="11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feedback,</a:t>
            </a:r>
            <a:r>
              <a:rPr dirty="0" sz="11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iterate</a:t>
            </a:r>
            <a:r>
              <a:rPr dirty="0" sz="11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pooling</a:t>
            </a:r>
            <a:r>
              <a:rPr dirty="0" sz="11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tracking</a:t>
            </a:r>
            <a:r>
              <a:rPr dirty="0" sz="115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accuracy.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PptxGenJS Presentation</dc:title>
  <dcterms:created xsi:type="dcterms:W3CDTF">2026-08-24T19:15:30Z</dcterms:created>
  <dcterms:modified xsi:type="dcterms:W3CDTF">2026-08-24T19:15:30Z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2026-08-24T00:00:00Z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2026-08-24T00:00:00Z</vt:filetime>
  </property>
</Properties>
</file>