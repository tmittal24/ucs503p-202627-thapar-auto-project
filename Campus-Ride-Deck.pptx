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114800" cy="4114800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474720"/>
            <a:ext cx="3474720" cy="3474720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4" name="Shape 2"/>
          <p:cNvSpPr/>
          <p:nvPr/>
        </p:nvSpPr>
        <p:spPr>
          <a:xfrm>
            <a:off x="3794760" y="640080"/>
            <a:ext cx="1554480" cy="1554480"/>
          </a:xfrm>
          <a:prstGeom prst="roundRect">
            <a:avLst>
              <a:gd name="adj" fmla="val 12941"/>
            </a:avLst>
          </a:prstGeom>
          <a:solidFill>
            <a:srgbClr val="E8B8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794760" y="713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RIDE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Auto-Booking App for Thapar University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 ·  Two-sided platform  ·  Students + Drivers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794760"/>
            <a:ext cx="2743200" cy="0"/>
          </a:xfrm>
          <a:prstGeom prst="line">
            <a:avLst/>
          </a:prstGeom>
          <a:noFill/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977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endParaRPr lang="en-US" sz="10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Girdhar (1024030778)
</a:t>
            </a:r>
            <a:endParaRPr lang="en-US" sz="10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Trijal Mittal (1024030784)
</a:t>
            </a:r>
            <a:endParaRPr lang="en-US" sz="10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Tushit Kumar (1024031079)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977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
</a:t>
            </a:r>
            <a:endParaRPr lang="en-US" sz="10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Jeelani Asif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Campus Ride?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is a Flutter app (Android + web) that digitizes auto-rickshaw booking across the Thapar campus. Students pick a pickup and drop stop; the app either pools them onto an auto already passing both stops or dispatches the next available vehicle.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1B3A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649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guesswork — students see true seat availability before booking.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344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app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6184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student and driver flows for bookings, verification, and operations.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37744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3042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5786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riders into autos already en route, minimizing detours and wait times.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264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5387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+ Flutter compiles to Android and web, simplifying maintenance and releases.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3A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325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often queue at a central dispatch point while students wait at hostels and stops elsewhere. The campus has enough vehicles overall, but no visibility — drivers wait idle in a fixed queue while demand spikes elsewhere.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032" y="256032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99032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76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side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76472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 in a fixed queue; limited visibility of live campus demand.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23317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76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34290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side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3776472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know when an auto with a free seat will actually arrive.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23317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3448" y="256032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13448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76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34290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gap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776472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stranded students and underutilized autos — a logistics problem, not a vehicle shortage.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replaces the fixed queue with live matching: students see seat availability, are pooled into passing autos when possible, and idle autos are dispatched fairly in queue order.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3D6FB4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33172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24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7706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pooling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0837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new bookings to autos already passing both pickup and drop points to reduce empty trips.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64408" y="214884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3D6FB4"/>
          </a:solidFill>
          <a:ln/>
        </p:spPr>
      </p:sp>
      <p:sp>
        <p:nvSpPr>
          <p:cNvPr id="16" name="Shape 14"/>
          <p:cNvSpPr/>
          <p:nvPr/>
        </p:nvSpPr>
        <p:spPr>
          <a:xfrm>
            <a:off x="3465576" y="233172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65576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24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27706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cyclic queue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300837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autos rejoin the back of the queue after trips; dispatching honors strict FIFO order.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71616" y="214884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3D6FB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233172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72784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24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27706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00837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current seat and auto status before confirming a booking.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83080" y="347472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3D6FB4"/>
          </a:solidFill>
          <a:ln/>
        </p:spPr>
      </p:sp>
      <p:sp>
        <p:nvSpPr>
          <p:cNvPr id="26" name="Shape 24"/>
          <p:cNvSpPr/>
          <p:nvPr/>
        </p:nvSpPr>
        <p:spPr>
          <a:xfrm>
            <a:off x="1984248" y="365760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98424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24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409651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access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433425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@thapar.edu accounts can book; drivers verify via phone OTP to prevent misuse.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347472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3D6FB4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8888" y="365760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1888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24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09651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433425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vehicle location for students and admins — follow the trip on the campus map.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120640" cy="621792"/>
          </a:xfrm>
          <a:prstGeom prst="roundRect">
            <a:avLst>
              <a:gd name="adj" fmla="val 7353"/>
            </a:avLst>
          </a:prstGeom>
          <a:solidFill>
            <a:srgbClr val="3D6FB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893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Flutter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45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Dart codebase producing Android and web builds.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5120640" cy="621792"/>
          </a:xfrm>
          <a:prstGeom prst="roundRect">
            <a:avLst>
              <a:gd name="adj" fmla="val 7353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0025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Node.js + Express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for locations, registration, the pooling engine, and bookings.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5120640" cy="621792"/>
          </a:xfrm>
          <a:prstGeom prst="roundRect">
            <a:avLst>
              <a:gd name="adj" fmla="val 7353"/>
            </a:avLst>
          </a:prstGeom>
          <a:solidFill>
            <a:srgbClr val="3D6FB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715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Firebase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restricted to @thapar.edu for students; phone OTP for drivers.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5120640" cy="621792"/>
          </a:xfrm>
          <a:prstGeom prst="roundRect">
            <a:avLst>
              <a:gd name="adj" fmla="val 7353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SQLite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on-device persistence plus server-side seat availability and booking logs.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5120640" cy="621792"/>
          </a:xfrm>
          <a:prstGeom prst="roundRect">
            <a:avLst>
              <a:gd name="adj" fmla="val 7353"/>
            </a:avLst>
          </a:prstGeom>
          <a:solidFill>
            <a:srgbClr val="3D6F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142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— WebSocket / Firebase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seat availability, queue updates, and live vehicle tracking (lat/long streaming).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0" y="123444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1B3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893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three-tier stack keeps releases fast while enabling live tracking and low-latency matching.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69748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32B5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89320" y="2697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release cycle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322783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32B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89320" y="32278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matching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3758184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32B5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89320" y="37581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streaming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428853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32B5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89320" y="428853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footprint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3560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Sign-In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login limited to @thapar.edu addresses for campus safety and accountability.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64408" y="12344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143560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9300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OTP for drivers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verification and UPI QR upload at registration; simple queue dashboard.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071616" y="12344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43560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0216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seat booking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genuine, momentary availability before booking — no double-booking or guesswork.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21868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history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UPI QR to pay; all trips, fares, and drivers stored in booking history for transparency.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64408" y="30175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321868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9300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447288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dashboard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447288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passenger manifest, a "Complete Trip" button, and a queue-position monitor.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71616" y="30175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0216" y="321868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00216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54496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tracking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254496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admins follow the vehicle in real time from booking to drop-off.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STUDENT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572768" cy="1691640"/>
          </a:xfrm>
          <a:prstGeom prst="roundRect">
            <a:avLst>
              <a:gd name="adj" fmla="val 4651"/>
            </a:avLst>
          </a:prstGeom>
          <a:solidFill>
            <a:srgbClr val="3D6FB4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1417320"/>
            <a:ext cx="512064" cy="512064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3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574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42316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your Thapar Google account.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17373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67128" y="1234440"/>
            <a:ext cx="1572768" cy="169164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697480" y="1417320"/>
            <a:ext cx="512064" cy="512064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748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32" dirty="0"/>
          </a:p>
        </p:txBody>
      </p:sp>
      <p:sp>
        <p:nvSpPr>
          <p:cNvPr id="17" name="Text 15"/>
          <p:cNvSpPr txBox="1"/>
          <p:nvPr/>
        </p:nvSpPr>
        <p:spPr>
          <a:xfrm>
            <a:off x="2258568" y="20574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stops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76856" y="242316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pickup and drop points on campus.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739896" y="17373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77056" y="1234440"/>
            <a:ext cx="1572768" cy="1691640"/>
          </a:xfrm>
          <a:prstGeom prst="roundRect">
            <a:avLst>
              <a:gd name="adj" fmla="val 4651"/>
            </a:avLst>
          </a:prstGeom>
          <a:solidFill>
            <a:srgbClr val="3D6FB4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1417320"/>
            <a:ext cx="512064" cy="512064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0740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32" dirty="0"/>
          </a:p>
        </p:txBody>
      </p:sp>
      <p:sp>
        <p:nvSpPr>
          <p:cNvPr id="23" name="Text 21"/>
          <p:cNvSpPr txBox="1"/>
          <p:nvPr/>
        </p:nvSpPr>
        <p:spPr>
          <a:xfrm>
            <a:off x="3968496" y="20574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 availability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86784" y="242316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seat availability and estimated arrival.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449824" y="17373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86984" y="1234440"/>
            <a:ext cx="1572768" cy="169164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7336" y="1417320"/>
            <a:ext cx="512064" cy="512064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1733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32" dirty="0"/>
          </a:p>
        </p:txBody>
      </p:sp>
      <p:sp>
        <p:nvSpPr>
          <p:cNvPr id="29" name="Text 27"/>
          <p:cNvSpPr txBox="1"/>
          <p:nvPr/>
        </p:nvSpPr>
        <p:spPr>
          <a:xfrm>
            <a:off x="5678424" y="20574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Match &amp; pay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96712" y="242316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booking and pay the driver via UPI QR.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17373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96912" y="1234440"/>
            <a:ext cx="1572768" cy="1691640"/>
          </a:xfrm>
          <a:prstGeom prst="roundRect">
            <a:avLst>
              <a:gd name="adj" fmla="val 4651"/>
            </a:avLst>
          </a:prstGeom>
          <a:solidFill>
            <a:srgbClr val="3D6FB4"/>
          </a:solidFill>
          <a:ln/>
        </p:spPr>
      </p:sp>
      <p:sp>
        <p:nvSpPr>
          <p:cNvPr id="33" name="Shape 31"/>
          <p:cNvSpPr/>
          <p:nvPr/>
        </p:nvSpPr>
        <p:spPr>
          <a:xfrm>
            <a:off x="7827264" y="1417320"/>
            <a:ext cx="512064" cy="512064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27264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32" dirty="0"/>
          </a:p>
        </p:txBody>
      </p:sp>
      <p:sp>
        <p:nvSpPr>
          <p:cNvPr id="35" name="Text 33"/>
          <p:cNvSpPr txBox="1"/>
          <p:nvPr/>
        </p:nvSpPr>
        <p:spPr>
          <a:xfrm>
            <a:off x="7388352" y="20574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Board &amp; track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242316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and follow the trip live; saved to history.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42900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1B3A6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5800" y="3429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flow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verification  →  upload UPI QR  →  accept automatic matches or receive dispatched bookings  →  complete trip to re-enter the queue.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206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35240" y="384048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3840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
</a:t>
            </a:r>
            <a:endParaRPr lang="en-US" sz="85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1B3A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71907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turns an informal, guesswork-driven system into a coordinated, visible transport platform. By pooling riders intelligently, dispatching drivers fairly, and exposing live availability and tracking, it improves service reliability and safety for students while increasing driver utilization.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3D6F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wait times, higher seat utilization, and safer, more predictable campus commutes.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3108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end-to-end: real-time vehicle location is available to students and admins from booking through trip completion.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417320"/>
            <a:ext cx="411480" cy="4114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99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enhancements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9385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38928" y="18653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Server-verified in-app payments (Razorpay / Cashfree) so students pay within the app.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359152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38928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booking confirmations, queue updates, and ETA alerts.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779776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38928" y="27066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ratings and a trip-feedback loop to improve quality and safety.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3200400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38928" y="3127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admin dashboard with campus-wide live-tracking heatmaps and usage analytics.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370332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7492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selected hostels, gather feedback, iterate pooling and tracking accuracy.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Ride — Smart Auto-Booking Platform for Thapar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2026-09-01T02:40:58Z</dcterms:created>
  <dcterms:modified xsi:type="dcterms:W3CDTF">2026-09-01T02:40:58Z</dcterms:modified>
</cp:coreProperties>
</file>